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48d2e194841dc" /><Relationship Type="http://schemas.openxmlformats.org/officeDocument/2006/relationships/extended-properties" Target="/docProps/app.xml" Id="R45da4aad526a4439" /><Relationship Type="http://schemas.openxmlformats.org/officeDocument/2006/relationships/officeDocument" Target="/ppt/presentation.xml" Id="R379adf099534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0ba2564d040cf"/>
  </p:sldMasterIdLst>
  <p:notesMasterIdLst>
    <p:notesMasterId xmlns:r="http://schemas.openxmlformats.org/officeDocument/2006/relationships" r:id="R7e86d290f88640e1"/>
  </p:notesMasterIdLst>
  <p:sldIdLst>
    <p:sldId xmlns:r="http://schemas.openxmlformats.org/officeDocument/2006/relationships" id="256" r:id="R78d2e097e9bb47c8"/>
    <p:sldId xmlns:r="http://schemas.openxmlformats.org/officeDocument/2006/relationships" id="257" r:id="Re9a8bbe254ac4c28"/>
    <p:sldId xmlns:r="http://schemas.openxmlformats.org/officeDocument/2006/relationships" id="258" r:id="Rf63783c84b5f4c67"/>
    <p:sldId xmlns:r="http://schemas.openxmlformats.org/officeDocument/2006/relationships" id="259" r:id="Rf1ef02e19a574cee"/>
    <p:sldId xmlns:r="http://schemas.openxmlformats.org/officeDocument/2006/relationships" id="260" r:id="R15562af11c954622"/>
    <p:sldId xmlns:r="http://schemas.openxmlformats.org/officeDocument/2006/relationships" id="261" r:id="R9e797b97c8794c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d0c8283fe749b6" /><Relationship Type="http://schemas.openxmlformats.org/officeDocument/2006/relationships/slideMaster" Target="/ppt/slideMasters/slideMaster1.xml" Id="R2180ba2564d040cf" /><Relationship Type="http://schemas.openxmlformats.org/officeDocument/2006/relationships/notesMaster" Target="/ppt/notesMasters/notesMaster1.xml" Id="R7e86d290f88640e1" /><Relationship Type="http://schemas.openxmlformats.org/officeDocument/2006/relationships/presProps" Target="/ppt/presProps.xml" Id="Ra92f6e7b34884e2a" /><Relationship Type="http://schemas.openxmlformats.org/officeDocument/2006/relationships/viewProps" Target="/ppt/viewProps.xml" Id="R74c71052e4e9402c" /><Relationship Type="http://schemas.openxmlformats.org/officeDocument/2006/relationships/tableStyles" Target="/ppt/tableStyles.xml" Id="R02daf9e6ae3d44c2" /><Relationship Type="http://schemas.openxmlformats.org/officeDocument/2006/relationships/slide" Target="/ppt/slides/slide1.xml" Id="R78d2e097e9bb47c8" /><Relationship Type="http://schemas.openxmlformats.org/officeDocument/2006/relationships/slide" Target="/ppt/slides/slide2.xml" Id="Re9a8bbe254ac4c28" /><Relationship Type="http://schemas.openxmlformats.org/officeDocument/2006/relationships/slide" Target="/ppt/slides/slide3.xml" Id="Rf63783c84b5f4c67" /><Relationship Type="http://schemas.openxmlformats.org/officeDocument/2006/relationships/slide" Target="/ppt/slides/slide4.xml" Id="Rf1ef02e19a574cee" /><Relationship Type="http://schemas.openxmlformats.org/officeDocument/2006/relationships/slide" Target="/ppt/slides/slide5.xml" Id="R15562af11c954622" /><Relationship Type="http://schemas.openxmlformats.org/officeDocument/2006/relationships/slide" Target="/ppt/slides/slide6.xml" Id="R9e797b97c879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20c253e61945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5a05664713459a" /><Relationship Type="http://schemas.openxmlformats.org/officeDocument/2006/relationships/notesMaster" Target="/ppt/notesMasters/notesMaster1.xml" Id="R968a8096b6a7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1a0cd443d4e48" /><Relationship Type="http://schemas.openxmlformats.org/officeDocument/2006/relationships/notesMaster" Target="/ppt/notesMasters/notesMaster1.xml" Id="R3e05393acfd04c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2396143b1453c" /><Relationship Type="http://schemas.openxmlformats.org/officeDocument/2006/relationships/notesMaster" Target="/ppt/notesMasters/notesMaster1.xml" Id="R6d5496a1b1cf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56c90f33a49e0" /><Relationship Type="http://schemas.openxmlformats.org/officeDocument/2006/relationships/notesMaster" Target="/ppt/notesMasters/notesMaster1.xml" Id="Rc944ab16e5d144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68df8d5bb4e9d" /><Relationship Type="http://schemas.openxmlformats.org/officeDocument/2006/relationships/notesMaster" Target="/ppt/notesMasters/notesMaster1.xml" Id="Rd5aba3f6d53d44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dc39192dd4770" /><Relationship Type="http://schemas.openxmlformats.org/officeDocument/2006/relationships/notesMaster" Target="/ppt/notesMasters/notesMaster1.xml" Id="Rc92a770d7d29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</a:p>
          <a:p xmlns:a="http://schemas.openxmlformats.org/drawingml/2006/main">
            <a:r>
              <a:t>角色 cover</a:t>
            </a:r>
          </a:p>
          <a:p xmlns:a="http://schemas.openxmlformats.org/drawingml/2006/main">
            <a:r>
              <a:t>基于清华长庚绿色原生模板第 1 页与蓝色参考新建</a:t>
            </a:r>
          </a:p>
          <a:p xmlns:a="http://schemas.openxmlformats.org/drawingml/2006/main">
            <a:r>
              <a:t>医院Logo与建筑素材来自用户提供的源模板</a:t>
            </a:r>
          </a:p>
          <a:p xmlns:a="http://schemas.openxmlformats.org/drawingml/2006/main">
            <a:r>
              <a:t>本页文字为中性占位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</a:p>
          <a:p xmlns:a="http://schemas.openxmlformats.org/drawingml/2006/main">
            <a:r>
              <a:t>角色 toc</a:t>
            </a:r>
          </a:p>
          <a:p xmlns:a="http://schemas.openxmlformats.org/drawingml/2006/main">
            <a:r>
              <a:t>基于清华长庚绿色原生模板第 2 页与蓝色参考新建</a:t>
            </a:r>
          </a:p>
          <a:p xmlns:a="http://schemas.openxmlformats.org/drawingml/2006/main">
            <a:r>
              <a:t>医院Logo与建筑素材来自用户提供的源模板</a:t>
            </a:r>
          </a:p>
          <a:p xmlns:a="http://schemas.openxmlformats.org/drawingml/2006/main">
            <a:r>
              <a:t>本页文字为中性占位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  <a:endParaRPr/>
          </a:p>
          <a:p xmlns:a="http://schemas.openxmlformats.org/drawingml/2006/main">
            <a:r>
              <a:t>角色 section</a:t>
            </a:r>
            <a:endParaRPr/>
          </a:p>
          <a:p xmlns:a="http://schemas.openxmlformats.org/drawingml/2006/main">
            <a:r>
              <a:t>基于清华长庚绿色原生模板第 3 页与蓝色参考新建</a:t>
            </a:r>
            <a:endParaRPr/>
          </a:p>
          <a:p xmlns:a="http://schemas.openxmlformats.org/drawingml/2006/main">
            <a:r>
              <a:t>医院Logo与建筑素材来自用户提供的源模板</a:t>
            </a:r>
            <a:endParaRPr/>
          </a:p>
          <a:p xmlns:a="http://schemas.openxmlformats.org/drawingml/2006/main">
            <a:r>
              <a:t>本页文字为中性占位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</a:p>
          <a:p xmlns:a="http://schemas.openxmlformats.org/drawingml/2006/main">
            <a:r>
              <a:t>角色 content / blank</a:t>
            </a:r>
          </a:p>
          <a:p xmlns:a="http://schemas.openxmlformats.org/drawingml/2006/main">
            <a:r>
              <a:t>基于清华长庚绿色原生模板第 4 页与蓝色参考新建</a:t>
            </a:r>
          </a:p>
          <a:p xmlns:a="http://schemas.openxmlformats.org/drawingml/2006/main">
            <a:r>
              <a:t>医院Logo与建筑素材来自用户提供的源模板</a:t>
            </a:r>
          </a:p>
          <a:p xmlns:a="http://schemas.openxmlformats.org/drawingml/2006/main">
            <a:r>
              <a:t>本页文字为中性占位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</a:p>
          <a:p xmlns:a="http://schemas.openxmlformats.org/drawingml/2006/main">
            <a:r>
              <a:t>角色 content / image</a:t>
            </a:r>
          </a:p>
          <a:p xmlns:a="http://schemas.openxmlformats.org/drawingml/2006/main">
            <a:r>
              <a:t>基于清华长庚绿色原生模板第 4 页与蓝色参考新建</a:t>
            </a:r>
          </a:p>
          <a:p xmlns:a="http://schemas.openxmlformats.org/drawingml/2006/main">
            <a:r>
              <a:t>医院Logo与建筑素材来自用户提供的源模板</a:t>
            </a:r>
          </a:p>
          <a:p xmlns:a="http://schemas.openxmlformats.org/drawingml/2006/main">
            <a:r>
              <a:t>本页文字为中性占位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清华长庚蓝新建模板</a:t>
            </a:r>
            <a:endParaRPr/>
          </a:p>
          <a:p xmlns:a="http://schemas.openxmlformats.org/drawingml/2006/main">
            <a:r>
              <a:t>角色 ending</a:t>
            </a:r>
            <a:endParaRPr/>
          </a:p>
          <a:p xmlns:a="http://schemas.openxmlformats.org/drawingml/2006/main">
            <a:r>
              <a:t>基于清华长庚绿色原生模板第 12 页与蓝色参考新建</a:t>
            </a:r>
            <a:endParaRPr/>
          </a:p>
          <a:p xmlns:a="http://schemas.openxmlformats.org/drawingml/2006/main">
            <a:r>
              <a:t>医院Logo与建筑素材来自用户提供的源模板</a:t>
            </a:r>
            <a:endParaRPr/>
          </a:p>
          <a:p xmlns:a="http://schemas.openxmlformats.org/drawingml/2006/main">
            <a:r>
              <a:t>本页文字为中性占位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7c69c364c4c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3e671c12d4b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3c9d84dca4f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0f9df694448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6bb8f832545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317e083d74b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7ef4584a744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a01cdac1742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5de8afab748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6273ed8294b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d0e79b0ee4ac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B51791-A3DD-4DF9-BB66-C7E304289CD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247309D-3A2F-4BAC-A595-394A1BD0D7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5442F85-E7DB-46F6-9DE8-7CDFC7A81B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AB0B92-21D5-42C4-9E3B-A46F19D691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8170EF1-7BFC-4239-98ED-6D2AD0E9B2E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175DFF-09AC-48B0-BBDE-3FBD152F1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B0FA2D7-0CA1-4097-9D9D-59C886AB12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3D3AB9-B300-4D98-8D2A-CDEE363714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D118E3F-7D10-412F-9A86-7CAC673F56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66769F-1B8E-463F-B7C8-4441E198EB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8DF42B-80B1-413F-A994-1033FED19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E38DAB4-2092-4D05-81C0-9B1EFC8610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64EF890-5FD5-4EC0-BAAE-83BF441521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5A10E1-3AF8-4F67-9EC0-BE651552AD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B03BB04-AC34-49DF-88BB-1DF6A0BA3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D6C3A8-D6F5-42B0-9564-FC1B665372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A28315F-1494-4D68-A921-6802C5B87C4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8094F05-A7A1-4C59-8E93-2032F33D01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395BE7E-17B5-4CBB-AC7D-FF53A27CD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7CB1552-5791-40A0-A0C1-83E5E96159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A11B8DC-ED88-4E77-8D77-450ED25E8A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691BB35-3D5E-4445-8E97-5012E99459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1C03B30-ABC2-4EBB-BCB6-37355D9343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38CB482-C54E-4280-8458-24AC6269D71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E9B5509-7CCF-44F0-97A9-D63748A40B3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3A8172A-27CB-47EE-9D8F-E7F8E3DDA9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317E01C-FC38-4FB3-AFD8-6ED1AC75C6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6D4445B-3658-4372-A1BD-50F2E65D56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8BFED82-7E72-49A3-9861-29ED9BB7B3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0480E5-9171-480C-AFA5-13FCBE53A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856B29-1B45-4E94-9DAC-CB8DF0846F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44A32A8-75A3-4460-8054-AA71320B3D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412328-FD55-4ED8-96A1-EC46D5D78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3E92799-047F-40AC-910B-0092E62C1A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15BE414-8147-4D1A-8980-487CF51630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E1260A0-6DC2-46C3-8152-F8AB087976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43C27B-FBC7-4D62-9D52-61033667647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1186A33-75DD-4533-9D5E-CA97777F014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2955CD3-1D18-4E19-A282-09A14DF90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4122C67-350B-477E-8486-2CF658E70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FD9D74-47D9-4702-A33C-335B63B48DBF}" type="datetimeFigureOut">
              <a:t/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639B9C6-18C4-404E-B796-253EAED2A2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8D7F58B-1317-4B6A-A8D8-AD09A647F1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BC47A4-756D-490B-A52F-7D9E2C9FC05F}" type="slidenum">
              <a:t/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0E08414-00E7-478A-BEC4-818754BC54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956904-177A-402E-8F8E-06CED2132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0C6057-0CDB-4B4E-B032-A1077F1313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F120DF1-57A3-438F-BF1F-859273D2A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EBC0FE8-98E5-4049-9B40-E14788A798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175CA15-5DFF-4F28-BAB5-49CD6A95BF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C139AFF-FCA2-48CD-82E9-A875B35B2D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C495F9A-032E-4DAE-90CA-EC0EE10B5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F0B65EB7-45DF-4A75-BA47-6C287D550C0C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4f2d0db9947d7" /><Relationship Type="http://schemas.openxmlformats.org/officeDocument/2006/relationships/slideLayout" Target="/ppt/slideLayouts/slideLayout1.xml" Id="R7af0d81ef72041cd" /><Relationship Type="http://schemas.openxmlformats.org/officeDocument/2006/relationships/slideLayout" Target="/ppt/slideLayouts/slideLayout2.xml" Id="R41226cdb4c514fc0" /><Relationship Type="http://schemas.openxmlformats.org/officeDocument/2006/relationships/slideLayout" Target="/ppt/slideLayouts/slideLayout3.xml" Id="R5c2a49f3559b49a6" /><Relationship Type="http://schemas.openxmlformats.org/officeDocument/2006/relationships/slideLayout" Target="/ppt/slideLayouts/slideLayout4.xml" Id="R452a36928e27432a" /><Relationship Type="http://schemas.openxmlformats.org/officeDocument/2006/relationships/slideLayout" Target="/ppt/slideLayouts/slideLayout5.xml" Id="R161b239a8ed9467e" /><Relationship Type="http://schemas.openxmlformats.org/officeDocument/2006/relationships/slideLayout" Target="/ppt/slideLayouts/slideLayout6.xml" Id="R533696d3d66d4922" /><Relationship Type="http://schemas.openxmlformats.org/officeDocument/2006/relationships/slideLayout" Target="/ppt/slideLayouts/slideLayout7.xml" Id="Raf3071fb9e8e47fe" /><Relationship Type="http://schemas.openxmlformats.org/officeDocument/2006/relationships/slideLayout" Target="/ppt/slideLayouts/slideLayout8.xml" Id="R6d732436474f406a" /><Relationship Type="http://schemas.openxmlformats.org/officeDocument/2006/relationships/slideLayout" Target="/ppt/slideLayouts/slideLayout9.xml" Id="Raa9e49b6f96a49c9" /><Relationship Type="http://schemas.openxmlformats.org/officeDocument/2006/relationships/slideLayout" Target="/ppt/slideLayouts/slideLayout10.xml" Id="R5c5c244b6a6e4796" /><Relationship Type="http://schemas.openxmlformats.org/officeDocument/2006/relationships/slideLayout" Target="/ppt/slideLayouts/slideLayout11.xml" Id="Rc31333f6744e4ab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9FB94A8-1FFC-496E-B971-ABB7DD7F5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6D3D18C-3FD1-469D-8635-F6E0C30ADF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9F6892-3C01-4F5F-B666-E78BDC521DF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/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F92E49B-FCA8-4E3C-B00C-54907F210D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C127D65-6F8C-45B4-9E69-CE5D5005BD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f0d81ef72041cd"/>
    <p:sldLayoutId xmlns:r="http://schemas.openxmlformats.org/officeDocument/2006/relationships" id="2147483650" r:id="R41226cdb4c514fc0"/>
    <p:sldLayoutId xmlns:r="http://schemas.openxmlformats.org/officeDocument/2006/relationships" id="2147483651" r:id="R5c2a49f3559b49a6"/>
    <p:sldLayoutId xmlns:r="http://schemas.openxmlformats.org/officeDocument/2006/relationships" id="2147483652" r:id="R452a36928e27432a"/>
    <p:sldLayoutId xmlns:r="http://schemas.openxmlformats.org/officeDocument/2006/relationships" id="2147483653" r:id="R161b239a8ed9467e"/>
    <p:sldLayoutId xmlns:r="http://schemas.openxmlformats.org/officeDocument/2006/relationships" id="2147483654" r:id="R533696d3d66d4922"/>
    <p:sldLayoutId xmlns:r="http://schemas.openxmlformats.org/officeDocument/2006/relationships" id="2147483655" r:id="Raf3071fb9e8e47fe"/>
    <p:sldLayoutId xmlns:r="http://schemas.openxmlformats.org/officeDocument/2006/relationships" id="2147483656" r:id="R6d732436474f406a"/>
    <p:sldLayoutId xmlns:r="http://schemas.openxmlformats.org/officeDocument/2006/relationships" id="2147483657" r:id="Raa9e49b6f96a49c9"/>
    <p:sldLayoutId xmlns:r="http://schemas.openxmlformats.org/officeDocument/2006/relationships" id="2147483658" r:id="R5c5c244b6a6e4796"/>
    <p:sldLayoutId xmlns:r="http://schemas.openxmlformats.org/officeDocument/2006/relationships" id="2147483659" r:id="Rc31333f6744e4a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9d2e87cac104ddf"/><Relationship Type="http://schemas.openxmlformats.org/officeDocument/2006/relationships/image" Target="/ppt/media/image.png" Id="Red767295465d4dd8"/><Relationship Type="http://schemas.openxmlformats.org/officeDocument/2006/relationships/image" Target="/ppt/media/image2.png" Id="R72849bc8acd14160"/><Relationship Type="http://schemas.openxmlformats.org/officeDocument/2006/relationships/notesSlide" Target="/ppt/notesSlides/notesSlide1.xml" Id="Ra7575e938138466f"/><Relationship Id="rIdBrandNative" Type="http://schemas.openxmlformats.org/officeDocument/2006/relationships/image" Target="../media/brand-original.png"/><Relationship Id="rIdCoverNative" Type="http://schemas.openxmlformats.org/officeDocument/2006/relationships/image" Target="../media/cover-original.png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fabc50450b5041e5"/><Relationship Type="http://schemas.openxmlformats.org/officeDocument/2006/relationships/image" Target="/ppt/media/image3.png" Id="Rce5cb44490154745"/><Relationship Type="http://schemas.openxmlformats.org/officeDocument/2006/relationships/image" Target="/ppt/media/image4.png" Id="R5ac37d2a39e94d1c"/><Relationship Type="http://schemas.openxmlformats.org/officeDocument/2006/relationships/image" Target="/ppt/media/image2.png" Id="R7cf49e2529e54d3a"/><Relationship Type="http://schemas.openxmlformats.org/officeDocument/2006/relationships/notesSlide" Target="/ppt/notesSlides/notesSlide2.xml" Id="R2abfd137bc8546b7"/><Relationship Id="rIdBrandNative" Type="http://schemas.openxmlformats.org/officeDocument/2006/relationships/image" Target="../media/brand-original.png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f00b66eba7a94aed"/><Relationship Type="http://schemas.openxmlformats.org/officeDocument/2006/relationships/image" Target="/ppt/media/image5.png" Id="R38df5078c8f74152"/><Relationship Type="http://schemas.openxmlformats.org/officeDocument/2006/relationships/image" Target="/ppt/media/image6.png" Id="Rd807ace701904eff"/><Relationship Type="http://schemas.openxmlformats.org/officeDocument/2006/relationships/notesSlide" Target="/ppt/notesSlides/notesSlide3.xml" Id="R9dd442a43e4e4e18"/><Relationship Id="rIdBrandNative" Type="http://schemas.openxmlformats.org/officeDocument/2006/relationships/image" Target="../media/brand-original.png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84c7efc0d36a47bd"/><Relationship Type="http://schemas.openxmlformats.org/officeDocument/2006/relationships/notesSlide" Target="/ppt/notesSlides/notesSlide4.xml" Id="R542d03cabc994c0d"/><Relationship Id="rIdBrandNative" Type="http://schemas.openxmlformats.org/officeDocument/2006/relationships/image" Target="../media/brand-original.png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122c9766d76f45ca"/><Relationship Type="http://schemas.openxmlformats.org/officeDocument/2006/relationships/notesSlide" Target="/ppt/notesSlides/notesSlide5.xml" Id="Rd454caa5fc824847"/><Relationship Id="rIdBrandNative" Type="http://schemas.openxmlformats.org/officeDocument/2006/relationships/image" Target="../media/brand-original.png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2.xml" Id="R1bc6953d9b1a4798"/><Relationship Type="http://schemas.openxmlformats.org/officeDocument/2006/relationships/image" Target="/ppt/media/image.png" Id="Re08cdebdefdc408b"/><Relationship Type="http://schemas.openxmlformats.org/officeDocument/2006/relationships/image" Target="/ppt/media/image2.png" Id="R12a757ab782d4d72"/><Relationship Type="http://schemas.openxmlformats.org/officeDocument/2006/relationships/notesSlide" Target="/ppt/notesSlides/notesSlide6.xml" Id="R003e8d8580ca4b69"/><Relationship Id="rIdBrandNative" Type="http://schemas.openxmlformats.org/officeDocument/2006/relationships/image" Target="../media/brand-original.png"/><Relationship Id="rIdCoverNative" Type="http://schemas.openxmlformats.org/officeDocument/2006/relationships/image" Target="../media/cover-original.png"/></Relationships>
</file>

<file path=ppt/slides/slide1.xml><?xml version="1.0" encoding="utf-8"?>
<p:sld xmlns:p="http://schemas.openxmlformats.org/presentationml/2006/main">
  <p:cSld name="cov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01" name="cover-artwork-protected" descr="图片1"/>
          <p:cNvPicPr>
            <a:picLocks noChangeAspect="1"/>
          </p:cNvPicPr>
          <p:nvPr/>
        </p:nvPicPr>
        <p:blipFill>
          <a:blip r:embed="rIdCoverNative">
            <a:duotone>
              <a:srgbClr val="A9CFE9"/>
              <a:srgbClr val="F5FAFE"/>
            </a:duotone>
          </a:blip>
          <a:stretch>
            <a:fillRect/>
          </a:stretch>
        </p:blipFill>
        <p:spPr>
          <a:xfrm>
            <a:off x="0" y="0"/>
            <a:ext cx="12192000" cy="4071620"/>
          </a:xfrm>
          <a:prstGeom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DE7AB6A-08D6-4C5C-9436-B99B8C31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6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66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报告标题</a:t>
            </a:r>
          </a:p>
        </p:txBody>
      </p:sp>
      <p:sp>
        <p:nvSpPr>
          <p:cNvPr id="14" name="同侧圆角矩形 13">
            <a:extLst xmlns:a="http://schemas.openxmlformats.org/drawingml/2006/main">
              <a:ext uri="{FF2B5EF4-FFF2-40B4-BE49-F238E27FC236}">
                <a16:creationId xmlns:a16="http://schemas.microsoft.com/office/drawing/2014/main" id="{6EB31A34-742E-4424-99CE-61D1C93C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29385" y="2302510"/>
            <a:ext cx="518160" cy="3406775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0B6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11F9AEB-FFBE-4210-979A-4822FFA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80" y="3822065"/>
            <a:ext cx="303720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报告单位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8E88135-378F-4762-A6AB-0EF07F7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" y="4519295"/>
            <a:ext cx="1039368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副标题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1589511-8EDE-4CF2-99DF-EB5FEE5B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 i="0">
                <a:solidFill>
                  <a:srgbClr val="34495E"/>
                </a:solidFill>
                <a:latin typeface="微软雅黑"/>
                <a:ea typeface="微软雅黑"/>
                <a:cs typeface="微软雅黑"/>
              </a:rPr>
              <a:t>报告人</a:t>
            </a:r>
            <a:endParaRPr sz="20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buNone/>
              <a:defRPr sz="2025" b="0" i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 i="0">
                <a:solidFill>
                  <a:srgbClr val="34495E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7839710" y="5732780"/>
            <a:ext cx="3946525" cy="6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94806"/>
      </p:ext>
    </p:extLst>
  </p:cSld>
</p:sld>
</file>

<file path=ppt/slides/slide2.xml><?xml version="1.0" encoding="utf-8"?>
<p:sld xmlns:p="http://schemas.openxmlformats.org/presentationml/2006/main">
  <p:cSld name="toc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cb44490154745">
            <a:alphaModFix amt="7000"/>
            <a:grayscl/>
          </a:blip>
          <a:srcRect xmlns:a="http://schemas.openxmlformats.org/drawingml/2006/main" l="0" t="0" r="0" b="555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835" y="1122045"/>
            <a:ext cx="11158220" cy="764032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AD5224EC-D89D-4D11-BBCD-5D43501B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-1084580" y="631825"/>
            <a:ext cx="2169160" cy="216916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7E9B7DBE-1A12-49FF-9D9A-B8A2F1D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-1084580" y="3680460"/>
            <a:ext cx="2169160" cy="216916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37d2a39e94d1c"/>
          <a:srcRect xmlns:a="http://schemas.openxmlformats.org/drawingml/2006/main" l="9540" t="0" r="9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4955" y="1402080"/>
            <a:ext cx="3664585" cy="3664585"/>
          </a:xfrm>
          <a:prstGeom xmlns:a="http://schemas.openxmlformats.org/drawingml/2006/main" prst="diamond">
            <a:avLst/>
          </a:prstGeom>
        </p:spPr>
      </p:pic>
      <p:sp>
        <p:nvSpPr>
          <p:cNvPr id="14" name="菱形 13">
            <a:extLst xmlns:a="http://schemas.openxmlformats.org/drawingml/2006/main">
              <a:ext uri="{FF2B5EF4-FFF2-40B4-BE49-F238E27FC236}">
                <a16:creationId xmlns:a16="http://schemas.microsoft.com/office/drawing/2014/main" id="{05402EC1-36BC-439F-945D-19D4C768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955" y="1402715"/>
            <a:ext cx="3664585" cy="366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B63B6">
              <a:alpha val="48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123144B-902B-4816-B690-8880C26A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7145" y="2592705"/>
            <a:ext cx="1619250" cy="829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7C3EADD-3F90-44E4-8D9D-1F2A769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110" y="1691005"/>
            <a:ext cx="95440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defRPr>
            </a:pPr>
            <a:r>
              <a: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468DE7D-067A-4996-A236-1CC63A62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110" y="2988310"/>
            <a:ext cx="95440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defRPr>
            </a:pPr>
            <a:r>
              <a: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60168FA-14F2-47DC-8FC6-24B5BFED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110" y="4285615"/>
            <a:ext cx="95440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defRPr>
            </a:pPr>
            <a:r>
              <a:rPr sz="4425" b="1">
                <a:solidFill>
                  <a:srgbClr val="0B63B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359862C-57C3-4F44-9323-FA2FBCB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70" y="4324350"/>
            <a:ext cx="383286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章节标题三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D68672CE-221D-463C-8B6F-D0BC805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70" y="3027045"/>
            <a:ext cx="383286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章节标题二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AC1780D-CF31-457B-AA79-45E8B7B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70" y="1729740"/>
            <a:ext cx="383286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章节标题一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8759825" y="207645"/>
            <a:ext cx="3107690" cy="53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57668"/>
      </p:ext>
    </p:extLst>
  </p:cSld>
</p:sld>
</file>

<file path=ppt/slides/slide3.xml><?xml version="1.0" encoding="utf-8"?>
<p:sld xmlns:p="http://schemas.openxmlformats.org/presentationml/2006/main">
  <p:cSld name="sec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单圆角矩形 25">
            <a:extLst xmlns:a="http://schemas.openxmlformats.org/drawingml/2006/main">
              <a:ext uri="{FF2B5EF4-FFF2-40B4-BE49-F238E27FC236}">
                <a16:creationId xmlns:a16="http://schemas.microsoft.com/office/drawing/2014/main" id="{6AFF4F78-F519-46D8-B962-85172091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6985" y="3011170"/>
            <a:ext cx="12198985" cy="3846830"/>
          </a:xfrm>
          <a:prstGeom xmlns:a="http://schemas.openxmlformats.org/drawingml/2006/main" prst="round1Rect">
            <a:avLst>
              <a:gd name="adj" fmla="val 27506"/>
            </a:avLst>
          </a:prstGeom>
          <a:gradFill xmlns:a="http://schemas.openxmlformats.org/drawingml/2006/main">
            <a:gsLst>
              <a:gs pos="0">
                <a:srgbClr val="FFFFFF"/>
              </a:gs>
              <a:gs pos="62000">
                <a:srgbClr val="EEF6FD"/>
              </a:gs>
              <a:gs pos="100000">
                <a:srgbClr val="B7DFF5"/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section-building-protect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5078c8f74152">
            <a:duotone>
              <a:srgbClr val="B7DFF5"/>
              <a:srgbClr val="93BFDE"/>
            </a:duotone>
            <a:alphaModFix amt="42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9420" y="292735"/>
            <a:ext cx="11922760" cy="803021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FA805A-DD21-400A-A09C-B11BE8F7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" y="3011170"/>
            <a:ext cx="12192000" cy="1259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7F77022-722B-460B-AA4B-C9073B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" y="1483995"/>
            <a:ext cx="4389120" cy="3476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6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156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51BB0BC-2208-43F8-8651-E6B2391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585" y="3143885"/>
            <a:ext cx="5986145" cy="1014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章节标题</a:t>
            </a:r>
          </a:p>
        </p:txBody>
      </p:sp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A4651927-E602-4A78-874B-21388C7A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00000">
            <a:off x="-445770" y="3188335"/>
            <a:ext cx="923925" cy="92583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9343390" y="148590"/>
            <a:ext cx="2664460" cy="4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03286"/>
      </p:ext>
    </p:extLst>
  </p:cSld>
</p:sld>
</file>

<file path=ppt/slides/slide4.xml><?xml version="1.0" encoding="utf-8"?>
<p:sld xmlns:p="http://schemas.openxmlformats.org/presentationml/2006/main">
  <p:cSld name="content-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" name="title-bar-protected"/>
          <p:cNvSpPr/>
          <p:nvPr/>
        </p:nvSpPr>
        <p:spPr>
          <a:xfrm rot="10800000" flipH="1">
            <a:off x="635" y="-1270"/>
            <a:ext cx="12191365" cy="740410"/>
          </a:xfrm>
          <a:prstGeom prst="round1Rect">
            <a:avLst>
              <a:gd name="adj" fmla="val 27506"/>
            </a:avLst>
          </a:prstGeom>
          <a:gradFill>
            <a:gsLst>
              <a:gs pos="74000">
                <a:srgbClr val="A9CFE9">
                  <a:alpha val="46000"/>
                </a:srgbClr>
              </a:gs>
              <a:gs pos="100000">
                <a:srgbClr val="EEF6FD">
                  <a:alpha val="33000"/>
                </a:srgbClr>
              </a:gs>
              <a:gs pos="47000">
                <a:srgbClr val="0B63B6">
                  <a:alpha val="75000"/>
                </a:srgbClr>
              </a:gs>
              <a:gs pos="15000">
                <a:srgbClr val="063B78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B660ECD7-5673-4984-9B09-512D3C6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3" y="77153"/>
            <a:ext cx="8620125" cy="583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页面标题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ontent-subtitle">
            <a:extLst xmlns:a="http://schemas.openxmlformats.org/drawingml/2006/main">
              <a:ext uri="{FF2B5EF4-FFF2-40B4-BE49-F238E27FC236}">
                <a16:creationId xmlns:a16="http://schemas.microsoft.com/office/drawing/2014/main" id="{F909F42E-2CCD-4E62-809B-F2091B8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内容标题</a:t>
            </a:r>
          </a:p>
        </p:txBody>
      </p:sp>
      <p:sp>
        <p:nvSpPr>
          <p:cNvPr id="9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F3A48D1C-C105-46D5-86E1-83EF1BAA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rPr>
              <a:t>正文内容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9343390" y="148590"/>
            <a:ext cx="2664460" cy="4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85108"/>
      </p:ext>
    </p:extLst>
  </p:cSld>
</p:sld>
</file>

<file path=ppt/slides/slide5.xml><?xml version="1.0" encoding="utf-8"?>
<p:sld xmlns:p="http://schemas.openxmlformats.org/presentationml/2006/main">
  <p:cSld name="content-im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" name="title-bar-protected"/>
          <p:cNvSpPr/>
          <p:nvPr/>
        </p:nvSpPr>
        <p:spPr>
          <a:xfrm rot="10800000" flipH="1">
            <a:off x="635" y="-1270"/>
            <a:ext cx="12191365" cy="740410"/>
          </a:xfrm>
          <a:prstGeom prst="round1Rect">
            <a:avLst>
              <a:gd name="adj" fmla="val 27506"/>
            </a:avLst>
          </a:prstGeom>
          <a:gradFill>
            <a:gsLst>
              <a:gs pos="74000">
                <a:srgbClr val="A9CFE9">
                  <a:alpha val="46000"/>
                </a:srgbClr>
              </a:gs>
              <a:gs pos="100000">
                <a:srgbClr val="EEF6FD">
                  <a:alpha val="33000"/>
                </a:srgbClr>
              </a:gs>
              <a:gs pos="47000">
                <a:srgbClr val="0B63B6">
                  <a:alpha val="75000"/>
                </a:srgbClr>
              </a:gs>
              <a:gs pos="15000">
                <a:srgbClr val="063B78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ge-title">
            <a:extLst xmlns:a="http://schemas.openxmlformats.org/drawingml/2006/main">
              <a:ext uri="{FF2B5EF4-FFF2-40B4-BE49-F238E27FC236}">
                <a16:creationId xmlns:a16="http://schemas.microsoft.com/office/drawing/2014/main" id="{B660ECD7-5673-4984-9B09-512D3C6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3" y="77153"/>
            <a:ext cx="8620125" cy="583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页面标题</a:t>
            </a:r>
            <a:endParaRPr sz="32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ontent-subtitle">
            <a:extLst xmlns:a="http://schemas.openxmlformats.org/drawingml/2006/main">
              <a:ext uri="{FF2B5EF4-FFF2-40B4-BE49-F238E27FC236}">
                <a16:creationId xmlns:a16="http://schemas.microsoft.com/office/drawing/2014/main" id="{E0DA74A3-D2D2-4FA4-8C24-B3B2744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内容标题</a:t>
            </a:r>
          </a:p>
        </p:txBody>
      </p:sp>
      <p:sp>
        <p:nvSpPr>
          <p:cNvPr id="9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1BB39D6D-00AB-4D64-AA78-543576B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5243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rPr>
              <a:t>正文内容</a:t>
            </a:r>
          </a:p>
        </p:txBody>
      </p:sp>
      <p:sp>
        <p:nvSpPr>
          <p:cNvPr id="10" name="image-slot">
            <a:extLst xmlns:a="http://schemas.openxmlformats.org/drawingml/2006/main">
              <a:ext uri="{FF2B5EF4-FFF2-40B4-BE49-F238E27FC236}">
                <a16:creationId xmlns:a16="http://schemas.microsoft.com/office/drawing/2014/main" id="{C5B9E754-A2FE-4496-8746-CB2430B3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47800"/>
            <a:ext cx="5695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D"/>
          </a:solidFill>
          <a:ln xmlns:a="http://schemas.openxmlformats.org/drawingml/2006/main" w="9525">
            <a:solidFill>
              <a:srgbClr val="B7DFF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B63B6"/>
                </a:solidFill>
                <a:latin typeface="微软雅黑"/>
                <a:ea typeface="微软雅黑"/>
                <a:cs typeface="微软雅黑"/>
              </a:defRPr>
            </a:pPr>
            <a:r>
              <a:rPr sz="2400">
                <a:solidFill>
                  <a:srgbClr val="0B63B6"/>
                </a:solidFill>
                <a:latin typeface="微软雅黑"/>
                <a:ea typeface="微软雅黑"/>
                <a:cs typeface="微软雅黑"/>
              </a:rPr>
              <a:t>图片待补充</a:t>
            </a:r>
          </a:p>
        </p:txBody>
      </p:sp>
      <p:sp>
        <p:nvSpPr>
          <p:cNvPr id="11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FD34C12B-4173-4B1C-90D6-894B77FD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91150"/>
            <a:ext cx="569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34495E"/>
                </a:solidFill>
                <a:latin typeface="微软雅黑"/>
                <a:ea typeface="微软雅黑"/>
                <a:cs typeface="微软雅黑"/>
              </a:rPr>
              <a:t>图片说明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9343390" y="148590"/>
            <a:ext cx="2664460" cy="45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85108"/>
      </p:ext>
    </p:extLst>
  </p:cSld>
</p:sld>
</file>

<file path=ppt/slides/slide6.xml><?xml version="1.0" encoding="utf-8"?>
<p:sld xmlns:p="http://schemas.openxmlformats.org/presentationml/2006/main">
  <p:cSld name="ending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901" name="cover-artwork-protected" descr="图片1"/>
          <p:cNvPicPr>
            <a:picLocks noChangeAspect="1"/>
          </p:cNvPicPr>
          <p:nvPr/>
        </p:nvPicPr>
        <p:blipFill>
          <a:blip r:embed="rIdCoverNative">
            <a:duotone>
              <a:srgbClr val="A9CFE9"/>
              <a:srgbClr val="F5FAFE"/>
            </a:duotone>
          </a:blip>
          <a:stretch>
            <a:fillRect/>
          </a:stretch>
        </p:blipFill>
        <p:spPr>
          <a:xfrm>
            <a:off x="0" y="0"/>
            <a:ext cx="12192000" cy="4071620"/>
          </a:xfrm>
          <a:prstGeom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1F74C74-6DD7-4560-A275-92299CE5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90" y="1781810"/>
            <a:ext cx="6891655" cy="1568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defRPr>
            </a:pPr>
            <a:r>
              <a:rPr sz="7500" b="1" i="0">
                <a:solidFill>
                  <a:srgbClr val="063B78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brand-logo-protected" descr="清华大学&amp;北京清华长庚医院logo-左右横排版"/>
          <p:cNvPicPr>
            <a:picLocks noChangeAspect="1"/>
          </p:cNvPicPr>
          <p:nvPr/>
        </p:nvPicPr>
        <p:blipFill>
          <a:blip r:embed="rIdBrandNative"/>
          <a:stretch>
            <a:fillRect/>
          </a:stretch>
        </p:blipFill>
        <p:spPr>
          <a:xfrm>
            <a:off x="3773170" y="5417185"/>
            <a:ext cx="4596130" cy="7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102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63B78"/>
      </a:dk2>
      <a:lt2>
        <a:srgbClr val="EEF6FD"/>
      </a:lt2>
      <a:accent1>
        <a:srgbClr val="0B63B6"/>
      </a:accent1>
      <a:accent2>
        <a:srgbClr val="15ADD4"/>
      </a:accent2>
      <a:accent3>
        <a:srgbClr val="34495E"/>
      </a:accent3>
      <a:accent4>
        <a:srgbClr val="F2A51A"/>
      </a:accent4>
      <a:accent5>
        <a:srgbClr val="148BD2"/>
      </a:accent5>
      <a:accent6>
        <a:srgbClr val="EEF6FD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2026-10-02T13:14:51.8220000Z</dcterms:created>
  <dcterms:modified xsi:type="dcterms:W3CDTF">2026-10-02T13:14:51.8220000Z</dcterms:modified>
</coreProperties>
</file>