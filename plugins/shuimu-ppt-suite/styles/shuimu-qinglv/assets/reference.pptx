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57" r:id="rId2"/>
    <p:sldId id="258" r:id="rId3"/>
    <p:sldId id="268" r:id="rId4"/>
    <p:sldId id="292" r:id="rId5"/>
    <p:sldId id="285" r:id="rId6"/>
    <p:sldId id="317" r:id="rId7"/>
    <p:sldId id="294" r:id="rId8"/>
    <p:sldId id="296" r:id="rId9"/>
    <p:sldId id="311" r:id="rId10"/>
    <p:sldId id="295" r:id="rId11"/>
    <p:sldId id="322" r:id="rId12"/>
    <p:sldId id="301" r:id="rId1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7">
          <p15:clr>
            <a:srgbClr val="A4A3A4"/>
          </p15:clr>
        </p15:guide>
        <p15:guide id="2" pos="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9499"/>
    <a:srgbClr val="66A8A0"/>
    <a:srgbClr val="45959A"/>
    <a:srgbClr val="398F96"/>
    <a:srgbClr val="B1D2CB"/>
    <a:srgbClr val="58A0A1"/>
    <a:srgbClr val="60A5A4"/>
    <a:srgbClr val="B6D6CE"/>
    <a:srgbClr val="4E8A82"/>
    <a:srgbClr val="4B83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76" autoAdjust="0"/>
    <p:restoredTop sz="94660"/>
  </p:normalViewPr>
  <p:slideViewPr>
    <p:cSldViewPr snapToGrid="0" showGuides="1">
      <p:cViewPr varScale="1">
        <p:scale>
          <a:sx n="96" d="100"/>
          <a:sy n="96" d="100"/>
        </p:scale>
        <p:origin x="360" y="48"/>
      </p:cViewPr>
      <p:guideLst>
        <p:guide orient="horz" pos="2407"/>
        <p:guide pos="3824"/>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2025/8/8</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2025/8/8</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2025/8/8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2025/8/8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2025/8/8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2025/8/8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2025/8/8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2025/8/8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2025/8/8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2025/8/8</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2025/8/8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2025/8/8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2025/8/8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slideLayout" Target="../slideLayouts/slideLayout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tags" Target="../tags/tag39.xml"/><Relationship Id="rId3" Type="http://schemas.openxmlformats.org/officeDocument/2006/relationships/tags" Target="../tags/tag24.xml"/><Relationship Id="rId21" Type="http://schemas.openxmlformats.org/officeDocument/2006/relationships/slideLayout" Target="../slideLayouts/slideLayout2.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tags" Target="../tags/tag38.xml"/><Relationship Id="rId25" Type="http://schemas.openxmlformats.org/officeDocument/2006/relationships/image" Target="../media/image2.png"/><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tags" Target="../tags/tag41.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24" Type="http://schemas.openxmlformats.org/officeDocument/2006/relationships/image" Target="../media/image8.jpeg"/><Relationship Id="rId5" Type="http://schemas.openxmlformats.org/officeDocument/2006/relationships/tags" Target="../tags/tag26.xml"/><Relationship Id="rId15" Type="http://schemas.openxmlformats.org/officeDocument/2006/relationships/tags" Target="../tags/tag36.xml"/><Relationship Id="rId23" Type="http://schemas.openxmlformats.org/officeDocument/2006/relationships/image" Target="../media/image7.jpeg"/><Relationship Id="rId10" Type="http://schemas.openxmlformats.org/officeDocument/2006/relationships/tags" Target="../tags/tag31.xml"/><Relationship Id="rId19" Type="http://schemas.openxmlformats.org/officeDocument/2006/relationships/tags" Target="../tags/tag40.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 Id="rId22"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7.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image" Target="../media/image9.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slideLayout" Target="../slideLayouts/slideLayout2.xml"/><Relationship Id="rId2" Type="http://schemas.openxmlformats.org/officeDocument/2006/relationships/tags" Target="../tags/tag44.xml"/><Relationship Id="rId16" Type="http://schemas.openxmlformats.org/officeDocument/2006/relationships/tags" Target="../tags/tag58.xml"/><Relationship Id="rId20" Type="http://schemas.openxmlformats.org/officeDocument/2006/relationships/image" Target="../media/image2.png"/><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tags" Target="../tags/tag57.xml"/><Relationship Id="rId10" Type="http://schemas.openxmlformats.org/officeDocument/2006/relationships/tags" Target="../tags/tag52.xml"/><Relationship Id="rId19" Type="http://schemas.openxmlformats.org/officeDocument/2006/relationships/image" Target="../media/image10.jpeg"/><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s>
</file>

<file path=ppt/slides/_rels/slide8.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tags" Target="../tags/tag70.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5" Type="http://schemas.openxmlformats.org/officeDocument/2006/relationships/tags" Target="../tags/tag63.xml"/><Relationship Id="rId15" Type="http://schemas.openxmlformats.org/officeDocument/2006/relationships/image" Target="../media/image2.png"/><Relationship Id="rId10" Type="http://schemas.openxmlformats.org/officeDocument/2006/relationships/tags" Target="../tags/tag68.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tags" Target="../tags/tag90.xml"/><Relationship Id="rId26" Type="http://schemas.openxmlformats.org/officeDocument/2006/relationships/tags" Target="../tags/tag98.xml"/><Relationship Id="rId3" Type="http://schemas.openxmlformats.org/officeDocument/2006/relationships/tags" Target="../tags/tag75.xml"/><Relationship Id="rId21" Type="http://schemas.openxmlformats.org/officeDocument/2006/relationships/tags" Target="../tags/tag93.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tags" Target="../tags/tag89.xml"/><Relationship Id="rId25" Type="http://schemas.openxmlformats.org/officeDocument/2006/relationships/tags" Target="../tags/tag97.xml"/><Relationship Id="rId2" Type="http://schemas.openxmlformats.org/officeDocument/2006/relationships/tags" Target="../tags/tag74.xml"/><Relationship Id="rId16" Type="http://schemas.openxmlformats.org/officeDocument/2006/relationships/tags" Target="../tags/tag88.xml"/><Relationship Id="rId20" Type="http://schemas.openxmlformats.org/officeDocument/2006/relationships/tags" Target="../tags/tag92.xml"/><Relationship Id="rId29" Type="http://schemas.openxmlformats.org/officeDocument/2006/relationships/image" Target="../media/image3.png"/><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tags" Target="../tags/tag96.xml"/><Relationship Id="rId5" Type="http://schemas.openxmlformats.org/officeDocument/2006/relationships/tags" Target="../tags/tag77.xml"/><Relationship Id="rId15" Type="http://schemas.openxmlformats.org/officeDocument/2006/relationships/tags" Target="../tags/tag87.xml"/><Relationship Id="rId23" Type="http://schemas.openxmlformats.org/officeDocument/2006/relationships/tags" Target="../tags/tag95.xml"/><Relationship Id="rId28" Type="http://schemas.openxmlformats.org/officeDocument/2006/relationships/slideLayout" Target="../slideLayouts/slideLayout2.xml"/><Relationship Id="rId10" Type="http://schemas.openxmlformats.org/officeDocument/2006/relationships/tags" Target="../tags/tag82.xml"/><Relationship Id="rId19" Type="http://schemas.openxmlformats.org/officeDocument/2006/relationships/tags" Target="../tags/tag91.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 Id="rId22" Type="http://schemas.openxmlformats.org/officeDocument/2006/relationships/tags" Target="../tags/tag94.xml"/><Relationship Id="rId27" Type="http://schemas.openxmlformats.org/officeDocument/2006/relationships/tags" Target="../tags/tag99.xml"/><Relationship Id="rId30" Type="http://schemas.openxmlformats.org/officeDocument/2006/relationships/image" Target="../media/image2.png"/></Relationships>
</file>

<file path=ppt/slides/_rels/slide11.xml.rels><?xml version="1.0" encoding="UTF-8" standalone="yes"?>
<Relationships xmlns="http://schemas.openxmlformats.org/package/2006/relationships"><Relationship Id="rId13" Type="http://schemas.openxmlformats.org/officeDocument/2006/relationships/tags" Target="../tags/tag112.xml"/><Relationship Id="rId18" Type="http://schemas.openxmlformats.org/officeDocument/2006/relationships/tags" Target="../tags/tag117.xml"/><Relationship Id="rId26" Type="http://schemas.openxmlformats.org/officeDocument/2006/relationships/tags" Target="../tags/tag125.xml"/><Relationship Id="rId21" Type="http://schemas.openxmlformats.org/officeDocument/2006/relationships/tags" Target="../tags/tag120.xml"/><Relationship Id="rId34" Type="http://schemas.openxmlformats.org/officeDocument/2006/relationships/tags" Target="../tags/tag133.xml"/><Relationship Id="rId7" Type="http://schemas.openxmlformats.org/officeDocument/2006/relationships/tags" Target="../tags/tag106.xml"/><Relationship Id="rId12" Type="http://schemas.openxmlformats.org/officeDocument/2006/relationships/tags" Target="../tags/tag111.xml"/><Relationship Id="rId17" Type="http://schemas.openxmlformats.org/officeDocument/2006/relationships/tags" Target="../tags/tag116.xml"/><Relationship Id="rId25" Type="http://schemas.openxmlformats.org/officeDocument/2006/relationships/tags" Target="../tags/tag124.xml"/><Relationship Id="rId33" Type="http://schemas.openxmlformats.org/officeDocument/2006/relationships/tags" Target="../tags/tag132.xml"/><Relationship Id="rId2" Type="http://schemas.openxmlformats.org/officeDocument/2006/relationships/tags" Target="../tags/tag101.xml"/><Relationship Id="rId16" Type="http://schemas.openxmlformats.org/officeDocument/2006/relationships/tags" Target="../tags/tag115.xml"/><Relationship Id="rId20" Type="http://schemas.openxmlformats.org/officeDocument/2006/relationships/tags" Target="../tags/tag119.xml"/><Relationship Id="rId29" Type="http://schemas.openxmlformats.org/officeDocument/2006/relationships/tags" Target="../tags/tag128.xml"/><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24" Type="http://schemas.openxmlformats.org/officeDocument/2006/relationships/tags" Target="../tags/tag123.xml"/><Relationship Id="rId32" Type="http://schemas.openxmlformats.org/officeDocument/2006/relationships/tags" Target="../tags/tag131.xml"/><Relationship Id="rId37" Type="http://schemas.openxmlformats.org/officeDocument/2006/relationships/image" Target="../media/image2.png"/><Relationship Id="rId5" Type="http://schemas.openxmlformats.org/officeDocument/2006/relationships/tags" Target="../tags/tag104.xml"/><Relationship Id="rId15" Type="http://schemas.openxmlformats.org/officeDocument/2006/relationships/tags" Target="../tags/tag114.xml"/><Relationship Id="rId23" Type="http://schemas.openxmlformats.org/officeDocument/2006/relationships/tags" Target="../tags/tag122.xml"/><Relationship Id="rId28" Type="http://schemas.openxmlformats.org/officeDocument/2006/relationships/tags" Target="../tags/tag127.xml"/><Relationship Id="rId36" Type="http://schemas.openxmlformats.org/officeDocument/2006/relationships/slideLayout" Target="../slideLayouts/slideLayout2.xml"/><Relationship Id="rId10" Type="http://schemas.openxmlformats.org/officeDocument/2006/relationships/tags" Target="../tags/tag109.xml"/><Relationship Id="rId19" Type="http://schemas.openxmlformats.org/officeDocument/2006/relationships/tags" Target="../tags/tag118.xml"/><Relationship Id="rId31" Type="http://schemas.openxmlformats.org/officeDocument/2006/relationships/tags" Target="../tags/tag130.xml"/><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tags" Target="../tags/tag113.xml"/><Relationship Id="rId22" Type="http://schemas.openxmlformats.org/officeDocument/2006/relationships/tags" Target="../tags/tag121.xml"/><Relationship Id="rId27" Type="http://schemas.openxmlformats.org/officeDocument/2006/relationships/tags" Target="../tags/tag126.xml"/><Relationship Id="rId30" Type="http://schemas.openxmlformats.org/officeDocument/2006/relationships/tags" Target="../tags/tag129.xml"/><Relationship Id="rId35" Type="http://schemas.openxmlformats.org/officeDocument/2006/relationships/tags" Target="../tags/tag134.xml"/><Relationship Id="rId8" Type="http://schemas.openxmlformats.org/officeDocument/2006/relationships/tags" Target="../tags/tag107.xml"/><Relationship Id="rId3" Type="http://schemas.openxmlformats.org/officeDocument/2006/relationships/tags" Target="../tags/tag10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2"/>
          <a:stretch>
            <a:fillRect/>
          </a:stretch>
        </p:blipFill>
        <p:spPr>
          <a:xfrm>
            <a:off x="0" y="-26035"/>
            <a:ext cx="12192000" cy="4071620"/>
          </a:xfrm>
          <a:prstGeom prst="rect">
            <a:avLst/>
          </a:prstGeom>
        </p:spPr>
      </p:pic>
      <p:sp>
        <p:nvSpPr>
          <p:cNvPr id="13" name="文本框 12"/>
          <p:cNvSpPr txBox="1"/>
          <p:nvPr/>
        </p:nvSpPr>
        <p:spPr>
          <a:xfrm>
            <a:off x="343535" y="930910"/>
            <a:ext cx="10121265" cy="2109470"/>
          </a:xfrm>
          <a:prstGeom prst="rect">
            <a:avLst/>
          </a:prstGeom>
          <a:noFill/>
        </p:spPr>
        <p:txBody>
          <a:bodyPr wrap="square" rtlCol="0">
            <a:spAutoFit/>
          </a:bodyPr>
          <a:lstStyle/>
          <a:p>
            <a:pPr algn="l">
              <a:lnSpc>
                <a:spcPct val="80000"/>
              </a:lnSpc>
              <a:spcBef>
                <a:spcPts val="0"/>
              </a:spcBef>
              <a:spcAft>
                <a:spcPts val="0"/>
              </a:spcAft>
            </a:pPr>
            <a:r>
              <a:rPr lang="en-US" altLang="zh-CN" sz="8200" b="1" i="1">
                <a:solidFill>
                  <a:schemeClr val="bg1"/>
                </a:solidFill>
                <a:latin typeface="华文中宋" panose="02010600040101010101" charset="-122"/>
                <a:ea typeface="华文中宋" panose="02010600040101010101" charset="-122"/>
                <a:cs typeface="华文中宋" panose="02010600040101010101" charset="-122"/>
                <a:sym typeface="+mn-ea"/>
              </a:rPr>
              <a:t> 2025 </a:t>
            </a:r>
          </a:p>
          <a:p>
            <a:pPr algn="l">
              <a:lnSpc>
                <a:spcPct val="80000"/>
              </a:lnSpc>
              <a:spcBef>
                <a:spcPts val="0"/>
              </a:spcBef>
              <a:spcAft>
                <a:spcPts val="0"/>
              </a:spcAft>
            </a:pPr>
            <a:r>
              <a:rPr lang="en-US" altLang="zh-CN" sz="8200" b="1" i="1">
                <a:solidFill>
                  <a:schemeClr val="bg1"/>
                </a:solidFill>
                <a:latin typeface="华文中宋" panose="02010600040101010101" charset="-122"/>
                <a:ea typeface="华文中宋" panose="02010600040101010101" charset="-122"/>
                <a:cs typeface="华文中宋" panose="02010600040101010101" charset="-122"/>
                <a:sym typeface="+mn-ea"/>
              </a:rPr>
              <a:t>      </a:t>
            </a:r>
            <a:r>
              <a:rPr lang="zh-CN" sz="8200" b="1" i="1">
                <a:solidFill>
                  <a:schemeClr val="bg1"/>
                </a:solidFill>
                <a:latin typeface="华文中宋" panose="02010600040101010101" charset="-122"/>
                <a:ea typeface="华文中宋" panose="02010600040101010101" charset="-122"/>
                <a:cs typeface="华文中宋" panose="02010600040101010101" charset="-122"/>
                <a:sym typeface="+mn-ea"/>
              </a:rPr>
              <a:t>学术强院</a:t>
            </a:r>
          </a:p>
        </p:txBody>
      </p:sp>
      <p:sp>
        <p:nvSpPr>
          <p:cNvPr id="14" name="同侧圆角矩形 13"/>
          <p:cNvSpPr/>
          <p:nvPr/>
        </p:nvSpPr>
        <p:spPr>
          <a:xfrm rot="5400000">
            <a:off x="1429385" y="2302510"/>
            <a:ext cx="518160" cy="3406775"/>
          </a:xfrm>
          <a:prstGeom prst="round2SameRect">
            <a:avLst>
              <a:gd name="adj1" fmla="val 50000"/>
              <a:gd name="adj2" fmla="val 0"/>
            </a:avLst>
          </a:prstGeom>
          <a:solidFill>
            <a:srgbClr val="66A8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70180" y="3822065"/>
            <a:ext cx="3037205" cy="398780"/>
          </a:xfrm>
          <a:prstGeom prst="rect">
            <a:avLst/>
          </a:prstGeom>
          <a:noFill/>
        </p:spPr>
        <p:txBody>
          <a:bodyPr wrap="square" rtlCol="0">
            <a:spAutoFit/>
          </a:bodyPr>
          <a:lstStyle/>
          <a:p>
            <a:pPr algn="ctr"/>
            <a:r>
              <a:rPr lang="en-US" altLang="zh-CN" sz="2000" b="1">
                <a:latin typeface="微软雅黑" panose="020B0503020204020204" charset="-122"/>
                <a:ea typeface="微软雅黑" panose="020B0503020204020204" charset="-122"/>
              </a:rPr>
              <a:t>XXX</a:t>
            </a:r>
            <a:r>
              <a:rPr lang="zh-CN" sz="2000" b="1">
                <a:latin typeface="微软雅黑" panose="020B0503020204020204" charset="-122"/>
                <a:ea typeface="微软雅黑" panose="020B0503020204020204" charset="-122"/>
              </a:rPr>
              <a:t>部</a:t>
            </a:r>
          </a:p>
        </p:txBody>
      </p:sp>
      <p:sp>
        <p:nvSpPr>
          <p:cNvPr id="16" name="文本框 15"/>
          <p:cNvSpPr txBox="1"/>
          <p:nvPr/>
        </p:nvSpPr>
        <p:spPr>
          <a:xfrm>
            <a:off x="741680" y="4519295"/>
            <a:ext cx="10393680" cy="829945"/>
          </a:xfrm>
          <a:prstGeom prst="rect">
            <a:avLst/>
          </a:prstGeom>
          <a:noFill/>
        </p:spPr>
        <p:txBody>
          <a:bodyPr wrap="square" rtlCol="0">
            <a:spAutoFit/>
          </a:bodyPr>
          <a:lstStyle/>
          <a:p>
            <a:r>
              <a:rPr lang="en-US" altLang="zh-CN" sz="4800" b="1">
                <a:solidFill>
                  <a:schemeClr val="bg2">
                    <a:lumMod val="25000"/>
                  </a:schemeClr>
                </a:solidFill>
                <a:latin typeface="微软雅黑" panose="020B0503020204020204" charset="-122"/>
                <a:ea typeface="微软雅黑" panose="020B0503020204020204" charset="-122"/>
                <a:cs typeface="微软雅黑" panose="020B0503020204020204" charset="-122"/>
              </a:rPr>
              <a:t>2025</a:t>
            </a:r>
            <a:r>
              <a:rPr lang="zh-CN" altLang="en-US" sz="4800" b="1">
                <a:solidFill>
                  <a:schemeClr val="bg2">
                    <a:lumMod val="25000"/>
                  </a:schemeClr>
                </a:solidFill>
                <a:latin typeface="微软雅黑" panose="020B0503020204020204" charset="-122"/>
                <a:ea typeface="微软雅黑" panose="020B0503020204020204" charset="-122"/>
                <a:cs typeface="微软雅黑" panose="020B0503020204020204" charset="-122"/>
              </a:rPr>
              <a:t>年工作计划汇报</a:t>
            </a:r>
          </a:p>
        </p:txBody>
      </p:sp>
      <p:sp>
        <p:nvSpPr>
          <p:cNvPr id="3" name="文本框 2"/>
          <p:cNvSpPr txBox="1"/>
          <p:nvPr/>
        </p:nvSpPr>
        <p:spPr>
          <a:xfrm>
            <a:off x="2802890" y="5603875"/>
            <a:ext cx="1883410" cy="706755"/>
          </a:xfrm>
          <a:prstGeom prst="rect">
            <a:avLst/>
          </a:prstGeom>
          <a:noFill/>
        </p:spPr>
        <p:txBody>
          <a:bodyPr wrap="square" rtlCol="0">
            <a:spAutoFit/>
          </a:bodyPr>
          <a:lstStyle/>
          <a:p>
            <a:pPr algn="ctr"/>
            <a:r>
              <a:rPr lang="zh-CN" sz="2000" b="1">
                <a:latin typeface="微软雅黑" panose="020B0503020204020204" charset="-122"/>
                <a:ea typeface="微软雅黑" panose="020B0503020204020204" charset="-122"/>
                <a:cs typeface="微软雅黑" panose="020B0503020204020204" charset="-122"/>
              </a:rPr>
              <a:t>汇报人：</a:t>
            </a:r>
            <a:r>
              <a:rPr lang="en-US" altLang="zh-CN" sz="2000" b="1">
                <a:latin typeface="微软雅黑" panose="020B0503020204020204" charset="-122"/>
                <a:ea typeface="微软雅黑" panose="020B0503020204020204" charset="-122"/>
                <a:cs typeface="微软雅黑" panose="020B0503020204020204" charset="-122"/>
              </a:rPr>
              <a:t>XX</a:t>
            </a:r>
            <a:endParaRPr lang="zh-CN" sz="2000" b="1">
              <a:latin typeface="微软雅黑" panose="020B0503020204020204" charset="-122"/>
              <a:ea typeface="微软雅黑" panose="020B0503020204020204" charset="-122"/>
              <a:cs typeface="微软雅黑" panose="020B0503020204020204" charset="-122"/>
            </a:endParaRPr>
          </a:p>
          <a:p>
            <a:pPr algn="ctr"/>
            <a:r>
              <a:rPr lang="en-US" altLang="zh-CN" sz="2000" b="1">
                <a:latin typeface="微软雅黑" panose="020B0503020204020204" charset="-122"/>
                <a:ea typeface="微软雅黑" panose="020B0503020204020204" charset="-122"/>
                <a:cs typeface="微软雅黑" panose="020B0503020204020204" charset="-122"/>
              </a:rPr>
              <a:t>2025.XX.XX</a:t>
            </a:r>
          </a:p>
        </p:txBody>
      </p:sp>
      <p:pic>
        <p:nvPicPr>
          <p:cNvPr id="4" name="图片 3" descr="清华大学&amp;北京清华长庚医院logo-左右横排版"/>
          <p:cNvPicPr>
            <a:picLocks noChangeAspect="1"/>
          </p:cNvPicPr>
          <p:nvPr/>
        </p:nvPicPr>
        <p:blipFill>
          <a:blip r:embed="rId3"/>
          <a:stretch>
            <a:fillRect/>
          </a:stretch>
        </p:blipFill>
        <p:spPr>
          <a:xfrm>
            <a:off x="7839710" y="5732780"/>
            <a:ext cx="3946525" cy="678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nvPicPr>
        <p:blipFill>
          <a:blip r:embed="rId2">
            <a:alphaModFix amt="7000"/>
            <a:grayscl/>
          </a:blip>
          <a:srcRect b="55529"/>
          <a:stretch>
            <a:fillRect/>
          </a:stretch>
        </p:blipFill>
        <p:spPr>
          <a:xfrm>
            <a:off x="4648835" y="1122045"/>
            <a:ext cx="11158220" cy="7640320"/>
          </a:xfrm>
          <a:prstGeom prst="rect">
            <a:avLst/>
          </a:prstGeom>
          <a:noFill/>
          <a:ln w="9525">
            <a:noFill/>
          </a:ln>
        </p:spPr>
      </p:pic>
      <p:sp>
        <p:nvSpPr>
          <p:cNvPr id="5" name="直角三角形 4"/>
          <p:cNvSpPr/>
          <p:nvPr/>
        </p:nvSpPr>
        <p:spPr>
          <a:xfrm rot="13500000">
            <a:off x="-1084580" y="631825"/>
            <a:ext cx="2169160" cy="2169160"/>
          </a:xfrm>
          <a:prstGeom prst="rtTriangle">
            <a:avLst/>
          </a:prstGeom>
          <a:solidFill>
            <a:srgbClr val="398F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直角三角形 5"/>
          <p:cNvSpPr/>
          <p:nvPr/>
        </p:nvSpPr>
        <p:spPr>
          <a:xfrm rot="13500000">
            <a:off x="-1084580" y="3680460"/>
            <a:ext cx="2169160" cy="2169160"/>
          </a:xfrm>
          <a:prstGeom prst="rtTriangle">
            <a:avLst/>
          </a:prstGeom>
          <a:solidFill>
            <a:srgbClr val="398F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274955" y="1402080"/>
            <a:ext cx="3663950" cy="3664585"/>
            <a:chOff x="433" y="2208"/>
            <a:chExt cx="5770" cy="5771"/>
          </a:xfrm>
        </p:grpSpPr>
        <p:pic>
          <p:nvPicPr>
            <p:cNvPr id="9" name="图片 8" descr="二期工程效果图"/>
            <p:cNvPicPr/>
            <p:nvPr/>
          </p:nvPicPr>
          <p:blipFill>
            <a:blip r:embed="rId3"/>
            <a:srcRect l="9540" r="9183"/>
            <a:stretch>
              <a:fillRect/>
            </a:stretch>
          </p:blipFill>
          <p:spPr>
            <a:xfrm>
              <a:off x="433" y="2208"/>
              <a:ext cx="5771" cy="5771"/>
            </a:xfrm>
            <a:prstGeom prst="diamond">
              <a:avLst/>
            </a:prstGeom>
          </p:spPr>
        </p:pic>
        <p:sp>
          <p:nvSpPr>
            <p:cNvPr id="14" name="菱形 13"/>
            <p:cNvSpPr/>
            <p:nvPr/>
          </p:nvSpPr>
          <p:spPr>
            <a:xfrm>
              <a:off x="433" y="2209"/>
              <a:ext cx="5771" cy="5770"/>
            </a:xfrm>
            <a:prstGeom prst="diamond">
              <a:avLst/>
            </a:prstGeom>
            <a:solidFill>
              <a:srgbClr val="398F96">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1170940" y="2592705"/>
            <a:ext cx="1851660" cy="1276985"/>
            <a:chOff x="1860" y="3811"/>
            <a:chExt cx="2916" cy="2011"/>
          </a:xfrm>
        </p:grpSpPr>
        <p:sp>
          <p:nvSpPr>
            <p:cNvPr id="17" name="文本框 16"/>
            <p:cNvSpPr txBox="1"/>
            <p:nvPr/>
          </p:nvSpPr>
          <p:spPr>
            <a:xfrm>
              <a:off x="2043" y="3811"/>
              <a:ext cx="2550" cy="1307"/>
            </a:xfrm>
            <a:prstGeom prst="rect">
              <a:avLst/>
            </a:prstGeom>
            <a:noFill/>
          </p:spPr>
          <p:txBody>
            <a:bodyPr wrap="square" rtlCol="0">
              <a:spAutoFit/>
            </a:bodyPr>
            <a:lstStyle/>
            <a:p>
              <a:pPr algn="ctr"/>
              <a:r>
                <a:rPr lang="zh-CN" altLang="en-US" sz="4800" b="1">
                  <a:solidFill>
                    <a:schemeClr val="bg1"/>
                  </a:solidFill>
                  <a:latin typeface="微软雅黑" panose="020B0503020204020204" charset="-122"/>
                  <a:ea typeface="微软雅黑" panose="020B0503020204020204" charset="-122"/>
                </a:rPr>
                <a:t>目录</a:t>
              </a:r>
            </a:p>
          </p:txBody>
        </p:sp>
        <p:sp>
          <p:nvSpPr>
            <p:cNvPr id="18" name="文本框 17"/>
            <p:cNvSpPr txBox="1"/>
            <p:nvPr/>
          </p:nvSpPr>
          <p:spPr>
            <a:xfrm>
              <a:off x="1860" y="5194"/>
              <a:ext cx="2917" cy="628"/>
            </a:xfrm>
            <a:prstGeom prst="rect">
              <a:avLst/>
            </a:prstGeom>
            <a:noFill/>
          </p:spPr>
          <p:txBody>
            <a:bodyPr wrap="square" rtlCol="0">
              <a:spAutoFit/>
            </a:bodyPr>
            <a:lstStyle/>
            <a:p>
              <a:pPr algn="ctr"/>
              <a:r>
                <a:rPr lang="en-US" altLang="zh-CN" sz="2000" b="1">
                  <a:solidFill>
                    <a:schemeClr val="bg1"/>
                  </a:solidFill>
                  <a:latin typeface="微软雅黑" panose="020B0503020204020204" charset="-122"/>
                  <a:ea typeface="微软雅黑" panose="020B0503020204020204" charset="-122"/>
                </a:rPr>
                <a:t>CONTENTS</a:t>
              </a:r>
            </a:p>
          </p:txBody>
        </p:sp>
      </p:grpSp>
      <p:sp>
        <p:nvSpPr>
          <p:cNvPr id="20" name="文本框 19"/>
          <p:cNvSpPr txBox="1"/>
          <p:nvPr/>
        </p:nvSpPr>
        <p:spPr>
          <a:xfrm>
            <a:off x="4309110" y="1691005"/>
            <a:ext cx="954405" cy="768350"/>
          </a:xfrm>
          <a:prstGeom prst="rect">
            <a:avLst/>
          </a:prstGeom>
          <a:noFill/>
        </p:spPr>
        <p:txBody>
          <a:bodyPr wrap="square" rtlCol="0">
            <a:spAutoFit/>
          </a:bodyPr>
          <a:lstStyle/>
          <a:p>
            <a:pPr algn="ctr"/>
            <a:r>
              <a:rPr lang="en-US" altLang="zh-CN" sz="4400" b="1">
                <a:solidFill>
                  <a:srgbClr val="398F96"/>
                </a:solidFill>
                <a:latin typeface="微软雅黑" panose="020B0503020204020204" charset="-122"/>
                <a:ea typeface="微软雅黑" panose="020B0503020204020204" charset="-122"/>
              </a:rPr>
              <a:t>01</a:t>
            </a:r>
          </a:p>
        </p:txBody>
      </p:sp>
      <p:sp>
        <p:nvSpPr>
          <p:cNvPr id="21" name="文本框 20"/>
          <p:cNvSpPr txBox="1"/>
          <p:nvPr/>
        </p:nvSpPr>
        <p:spPr>
          <a:xfrm>
            <a:off x="4309110" y="2988310"/>
            <a:ext cx="954405" cy="768350"/>
          </a:xfrm>
          <a:prstGeom prst="rect">
            <a:avLst/>
          </a:prstGeom>
          <a:noFill/>
        </p:spPr>
        <p:txBody>
          <a:bodyPr wrap="square" rtlCol="0">
            <a:spAutoFit/>
          </a:bodyPr>
          <a:lstStyle/>
          <a:p>
            <a:pPr algn="ctr"/>
            <a:r>
              <a:rPr lang="en-US" altLang="zh-CN" sz="4400" b="1">
                <a:solidFill>
                  <a:srgbClr val="398F96"/>
                </a:solidFill>
                <a:latin typeface="微软雅黑" panose="020B0503020204020204" charset="-122"/>
                <a:ea typeface="微软雅黑" panose="020B0503020204020204" charset="-122"/>
              </a:rPr>
              <a:t>02</a:t>
            </a:r>
          </a:p>
        </p:txBody>
      </p:sp>
      <p:sp>
        <p:nvSpPr>
          <p:cNvPr id="22" name="文本框 21"/>
          <p:cNvSpPr txBox="1"/>
          <p:nvPr/>
        </p:nvSpPr>
        <p:spPr>
          <a:xfrm>
            <a:off x="4309110" y="4285615"/>
            <a:ext cx="954405" cy="768350"/>
          </a:xfrm>
          <a:prstGeom prst="rect">
            <a:avLst/>
          </a:prstGeom>
          <a:noFill/>
        </p:spPr>
        <p:txBody>
          <a:bodyPr wrap="square" rtlCol="0">
            <a:spAutoFit/>
          </a:bodyPr>
          <a:lstStyle/>
          <a:p>
            <a:pPr algn="ctr"/>
            <a:r>
              <a:rPr lang="en-US" altLang="zh-CN" sz="4400" b="1">
                <a:solidFill>
                  <a:srgbClr val="398F96"/>
                </a:solidFill>
                <a:latin typeface="微软雅黑" panose="020B0503020204020204" charset="-122"/>
                <a:ea typeface="微软雅黑" panose="020B0503020204020204" charset="-122"/>
              </a:rPr>
              <a:t>03</a:t>
            </a:r>
          </a:p>
        </p:txBody>
      </p:sp>
      <p:sp>
        <p:nvSpPr>
          <p:cNvPr id="2" name="文本框 1"/>
          <p:cNvSpPr txBox="1"/>
          <p:nvPr/>
        </p:nvSpPr>
        <p:spPr>
          <a:xfrm>
            <a:off x="5665470" y="4324350"/>
            <a:ext cx="3832860" cy="583565"/>
          </a:xfrm>
          <a:prstGeom prst="rect">
            <a:avLst/>
          </a:prstGeom>
          <a:noFill/>
        </p:spPr>
        <p:txBody>
          <a:bodyPr wrap="square" rtlCol="0">
            <a:spAutoFit/>
          </a:bodyPr>
          <a:lstStyle/>
          <a:p>
            <a:r>
              <a:rPr lang="en-US" altLang="zh-CN" sz="3200" b="1">
                <a:solidFill>
                  <a:schemeClr val="tx1"/>
                </a:solidFill>
                <a:latin typeface="微软雅黑" panose="020B0503020204020204" charset="-122"/>
                <a:ea typeface="微软雅黑" panose="020B0503020204020204" charset="-122"/>
                <a:cs typeface="微软雅黑" panose="020B0503020204020204" charset="-122"/>
              </a:rPr>
              <a:t>2025</a:t>
            </a:r>
            <a:r>
              <a:rPr lang="zh-CN" altLang="en-US" sz="3200" b="1">
                <a:solidFill>
                  <a:schemeClr val="tx1"/>
                </a:solidFill>
                <a:latin typeface="微软雅黑" panose="020B0503020204020204" charset="-122"/>
                <a:ea typeface="微软雅黑" panose="020B0503020204020204" charset="-122"/>
                <a:cs typeface="微软雅黑" panose="020B0503020204020204" charset="-122"/>
              </a:rPr>
              <a:t>年工作计划</a:t>
            </a:r>
          </a:p>
        </p:txBody>
      </p:sp>
      <p:sp>
        <p:nvSpPr>
          <p:cNvPr id="3" name="文本框 2"/>
          <p:cNvSpPr txBox="1"/>
          <p:nvPr/>
        </p:nvSpPr>
        <p:spPr>
          <a:xfrm>
            <a:off x="5665470" y="3027045"/>
            <a:ext cx="3832860" cy="583565"/>
          </a:xfrm>
          <a:prstGeom prst="rect">
            <a:avLst/>
          </a:prstGeom>
          <a:noFill/>
        </p:spPr>
        <p:txBody>
          <a:bodyPr wrap="square" rtlCol="0">
            <a:spAutoFit/>
          </a:bodyPr>
          <a:lstStyle/>
          <a:p>
            <a:r>
              <a:rPr lang="en-US" altLang="zh-CN" sz="3200" b="1">
                <a:solidFill>
                  <a:schemeClr val="tx1"/>
                </a:solidFill>
                <a:latin typeface="微软雅黑" panose="020B0503020204020204" charset="-122"/>
                <a:ea typeface="微软雅黑" panose="020B0503020204020204" charset="-122"/>
                <a:cs typeface="微软雅黑" panose="020B0503020204020204" charset="-122"/>
              </a:rPr>
              <a:t>2024</a:t>
            </a:r>
            <a:r>
              <a:rPr lang="zh-CN" altLang="en-US" sz="3200" b="1">
                <a:solidFill>
                  <a:schemeClr val="tx1"/>
                </a:solidFill>
                <a:latin typeface="微软雅黑" panose="020B0503020204020204" charset="-122"/>
                <a:ea typeface="微软雅黑" panose="020B0503020204020204" charset="-122"/>
                <a:cs typeface="微软雅黑" panose="020B0503020204020204" charset="-122"/>
              </a:rPr>
              <a:t>年工作成果</a:t>
            </a:r>
          </a:p>
        </p:txBody>
      </p:sp>
      <p:sp>
        <p:nvSpPr>
          <p:cNvPr id="7" name="文本框 6"/>
          <p:cNvSpPr txBox="1"/>
          <p:nvPr/>
        </p:nvSpPr>
        <p:spPr>
          <a:xfrm>
            <a:off x="5665470" y="1729740"/>
            <a:ext cx="3832860" cy="583565"/>
          </a:xfrm>
          <a:prstGeom prst="rect">
            <a:avLst/>
          </a:prstGeom>
          <a:noFill/>
        </p:spPr>
        <p:txBody>
          <a:bodyPr wrap="square" rtlCol="0">
            <a:spAutoFit/>
          </a:bodyPr>
          <a:lstStyle/>
          <a:p>
            <a:r>
              <a:rPr lang="zh-CN" altLang="en-US" sz="3200" b="1">
                <a:solidFill>
                  <a:schemeClr val="tx1"/>
                </a:solidFill>
                <a:latin typeface="微软雅黑" panose="020B0503020204020204" charset="-122"/>
                <a:ea typeface="微软雅黑" panose="020B0503020204020204" charset="-122"/>
                <a:cs typeface="微软雅黑" panose="020B0503020204020204" charset="-122"/>
              </a:rPr>
              <a:t>科室人才队伍</a:t>
            </a:r>
          </a:p>
        </p:txBody>
      </p:sp>
      <p:pic>
        <p:nvPicPr>
          <p:cNvPr id="4" name="图片 3" descr="清华大学&amp;北京清华长庚医院logo-左右横排版"/>
          <p:cNvPicPr>
            <a:picLocks noChangeAspect="1"/>
          </p:cNvPicPr>
          <p:nvPr/>
        </p:nvPicPr>
        <p:blipFill>
          <a:blip r:embed="rId4"/>
          <a:stretch>
            <a:fillRect/>
          </a:stretch>
        </p:blipFill>
        <p:spPr>
          <a:xfrm>
            <a:off x="8759825" y="207645"/>
            <a:ext cx="3107690" cy="5340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0A5A4"/>
        </a:solidFill>
        <a:effectLst/>
      </p:bgPr>
    </p:bg>
    <p:spTree>
      <p:nvGrpSpPr>
        <p:cNvPr id="1" name=""/>
        <p:cNvGrpSpPr/>
        <p:nvPr/>
      </p:nvGrpSpPr>
      <p:grpSpPr>
        <a:xfrm>
          <a:off x="0" y="0"/>
          <a:ext cx="0" cy="0"/>
          <a:chOff x="0" y="0"/>
          <a:chExt cx="0" cy="0"/>
        </a:xfrm>
      </p:grpSpPr>
      <p:sp>
        <p:nvSpPr>
          <p:cNvPr id="26" name="单圆角矩形 25"/>
          <p:cNvSpPr/>
          <p:nvPr/>
        </p:nvSpPr>
        <p:spPr>
          <a:xfrm rot="10800000" flipH="1">
            <a:off x="-6985" y="3011170"/>
            <a:ext cx="12198985" cy="3846830"/>
          </a:xfrm>
          <a:prstGeom prst="round1Rect">
            <a:avLst>
              <a:gd name="adj" fmla="val 27506"/>
            </a:avLst>
          </a:prstGeom>
          <a:gradFill>
            <a:gsLst>
              <a:gs pos="74000">
                <a:srgbClr val="6AAA9A">
                  <a:alpha val="46000"/>
                </a:srgbClr>
              </a:gs>
              <a:gs pos="100000">
                <a:srgbClr val="7AB39B">
                  <a:alpha val="33000"/>
                </a:srgbClr>
              </a:gs>
              <a:gs pos="47000">
                <a:srgbClr val="5AA199">
                  <a:alpha val="75000"/>
                </a:srgbClr>
              </a:gs>
              <a:gs pos="15000">
                <a:srgbClr val="398F96">
                  <a:alpha val="10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userDrawn="1">
            <p:custDataLst>
              <p:tags r:id="rId1"/>
            </p:custDataLst>
          </p:nvPr>
        </p:nvPicPr>
        <p:blipFill>
          <a:blip r:embed="rId4">
            <a:alphaModFix amt="25000"/>
          </a:blip>
          <a:srcRect/>
          <a:stretch>
            <a:fillRect/>
          </a:stretch>
        </p:blipFill>
        <p:spPr>
          <a:xfrm>
            <a:off x="4249420" y="292735"/>
            <a:ext cx="11922760" cy="8030210"/>
          </a:xfrm>
          <a:prstGeom prst="rect">
            <a:avLst/>
          </a:prstGeom>
        </p:spPr>
      </p:pic>
      <p:sp>
        <p:nvSpPr>
          <p:cNvPr id="3" name="矩形 2"/>
          <p:cNvSpPr/>
          <p:nvPr/>
        </p:nvSpPr>
        <p:spPr>
          <a:xfrm>
            <a:off x="635" y="3011170"/>
            <a:ext cx="12192000" cy="1259205"/>
          </a:xfrm>
          <a:prstGeom prst="rect">
            <a:avLst/>
          </a:prstGeom>
          <a:solidFill>
            <a:srgbClr val="4594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0" name="文本框 19"/>
          <p:cNvSpPr txBox="1"/>
          <p:nvPr/>
        </p:nvSpPr>
        <p:spPr>
          <a:xfrm>
            <a:off x="681990" y="1483995"/>
            <a:ext cx="4389120" cy="3476625"/>
          </a:xfrm>
          <a:prstGeom prst="rect">
            <a:avLst/>
          </a:prstGeom>
          <a:noFill/>
        </p:spPr>
        <p:txBody>
          <a:bodyPr wrap="square" rtlCol="0">
            <a:spAutoFit/>
          </a:bodyPr>
          <a:lstStyle/>
          <a:p>
            <a:pPr algn="ctr"/>
            <a:r>
              <a:rPr lang="en-US" altLang="zh-CN" sz="22000" b="1">
                <a:solidFill>
                  <a:schemeClr val="bg1"/>
                </a:solidFill>
                <a:latin typeface="微软雅黑" panose="020B0503020204020204" charset="-122"/>
                <a:ea typeface="微软雅黑" panose="020B0503020204020204" charset="-122"/>
              </a:rPr>
              <a:t>01</a:t>
            </a:r>
          </a:p>
        </p:txBody>
      </p:sp>
      <p:sp>
        <p:nvSpPr>
          <p:cNvPr id="15" name="文本框 14"/>
          <p:cNvSpPr txBox="1"/>
          <p:nvPr/>
        </p:nvSpPr>
        <p:spPr>
          <a:xfrm>
            <a:off x="942340" y="4315460"/>
            <a:ext cx="3848100" cy="645160"/>
          </a:xfrm>
          <a:prstGeom prst="rect">
            <a:avLst/>
          </a:prstGeom>
          <a:noFill/>
        </p:spPr>
        <p:txBody>
          <a:bodyPr wrap="square" rtlCol="0">
            <a:spAutoFit/>
          </a:bodyPr>
          <a:lstStyle/>
          <a:p>
            <a:pPr algn="ctr"/>
            <a:r>
              <a:rPr lang="en-US" altLang="zh-CN" sz="3600">
                <a:solidFill>
                  <a:schemeClr val="bg1"/>
                </a:solidFill>
              </a:rPr>
              <a:t>PART ONE</a:t>
            </a:r>
          </a:p>
        </p:txBody>
      </p:sp>
      <p:sp>
        <p:nvSpPr>
          <p:cNvPr id="16" name="文本框 15"/>
          <p:cNvSpPr txBox="1"/>
          <p:nvPr/>
        </p:nvSpPr>
        <p:spPr>
          <a:xfrm>
            <a:off x="5442585" y="3143885"/>
            <a:ext cx="5986145" cy="1014730"/>
          </a:xfrm>
          <a:prstGeom prst="rect">
            <a:avLst/>
          </a:prstGeom>
          <a:noFill/>
        </p:spPr>
        <p:txBody>
          <a:bodyPr wrap="square" rtlCol="0">
            <a:spAutoFit/>
          </a:bodyPr>
          <a:lstStyle/>
          <a:p>
            <a:pPr algn="ctr"/>
            <a:r>
              <a:rPr lang="zh-CN" altLang="en-US" sz="6000" b="1">
                <a:solidFill>
                  <a:schemeClr val="bg1"/>
                </a:solidFill>
                <a:latin typeface="微软雅黑" panose="020B0503020204020204" charset="-122"/>
                <a:ea typeface="微软雅黑" panose="020B0503020204020204" charset="-122"/>
              </a:rPr>
              <a:t>此处输入标题</a:t>
            </a:r>
          </a:p>
        </p:txBody>
      </p:sp>
      <p:sp>
        <p:nvSpPr>
          <p:cNvPr id="5" name="直角三角形 4"/>
          <p:cNvSpPr/>
          <p:nvPr/>
        </p:nvSpPr>
        <p:spPr>
          <a:xfrm rot="13500000">
            <a:off x="-445770" y="3188335"/>
            <a:ext cx="923925" cy="925830"/>
          </a:xfrm>
          <a:prstGeom prst="rtTriangle">
            <a:avLst/>
          </a:prstGeom>
          <a:solidFill>
            <a:srgbClr val="66A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单圆角矩形 6"/>
          <p:cNvSpPr/>
          <p:nvPr/>
        </p:nvSpPr>
        <p:spPr>
          <a:xfrm rot="10800000" flipH="1">
            <a:off x="635" y="-1270"/>
            <a:ext cx="12191365" cy="740410"/>
          </a:xfrm>
          <a:prstGeom prst="round1Rect">
            <a:avLst>
              <a:gd name="adj" fmla="val 27506"/>
            </a:avLst>
          </a:prstGeom>
          <a:gradFill>
            <a:gsLst>
              <a:gs pos="74000">
                <a:srgbClr val="6AAA9A">
                  <a:alpha val="46000"/>
                </a:srgbClr>
              </a:gs>
              <a:gs pos="100000">
                <a:srgbClr val="7AB39B">
                  <a:alpha val="33000"/>
                </a:srgbClr>
              </a:gs>
              <a:gs pos="47000">
                <a:srgbClr val="5AA199">
                  <a:alpha val="75000"/>
                </a:srgbClr>
              </a:gs>
              <a:gs pos="15000">
                <a:srgbClr val="398F96">
                  <a:alpha val="10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13995" y="77470"/>
            <a:ext cx="10178415" cy="1076325"/>
          </a:xfrm>
          <a:prstGeom prst="rect">
            <a:avLst/>
          </a:prstGeom>
          <a:noFill/>
        </p:spPr>
        <p:txBody>
          <a:bodyPr wrap="square" rtlCol="0">
            <a:spAutoFit/>
          </a:bodyPr>
          <a:lstStyle/>
          <a:p>
            <a:r>
              <a:rPr lang="zh-CN" sz="3200" b="1">
                <a:solidFill>
                  <a:schemeClr val="bg1"/>
                </a:solidFill>
                <a:latin typeface="微软雅黑" panose="020B0503020204020204" charset="-122"/>
                <a:ea typeface="微软雅黑" panose="020B0503020204020204" charset="-122"/>
                <a:sym typeface="+mn-ea"/>
              </a:rPr>
              <a:t>此处输入小标题</a:t>
            </a:r>
            <a:endParaRPr lang="zh-CN" sz="3200" b="1">
              <a:solidFill>
                <a:schemeClr val="bg1"/>
              </a:solidFill>
              <a:latin typeface="微软雅黑" panose="020B0503020204020204" charset="-122"/>
              <a:ea typeface="微软雅黑" panose="020B0503020204020204" charset="-122"/>
            </a:endParaRPr>
          </a:p>
          <a:p>
            <a:r>
              <a:rPr lang="en-US" altLang="zh-CN" sz="3200" b="1">
                <a:solidFill>
                  <a:schemeClr val="bg1"/>
                </a:solidFill>
                <a:latin typeface="微软雅黑" panose="020B0503020204020204" charset="-122"/>
                <a:ea typeface="微软雅黑" panose="020B0503020204020204" charset="-122"/>
              </a:rPr>
              <a:t> </a:t>
            </a:r>
          </a:p>
        </p:txBody>
      </p:sp>
      <p:grpSp>
        <p:nvGrpSpPr>
          <p:cNvPr id="87" name="组合 86"/>
          <p:cNvGrpSpPr/>
          <p:nvPr/>
        </p:nvGrpSpPr>
        <p:grpSpPr>
          <a:xfrm>
            <a:off x="588010" y="1372235"/>
            <a:ext cx="11331575" cy="4682490"/>
            <a:chOff x="849" y="1987"/>
            <a:chExt cx="17845" cy="7374"/>
          </a:xfrm>
        </p:grpSpPr>
        <p:grpSp>
          <p:nvGrpSpPr>
            <p:cNvPr id="77" name="组合 76"/>
            <p:cNvGrpSpPr/>
            <p:nvPr/>
          </p:nvGrpSpPr>
          <p:grpSpPr>
            <a:xfrm>
              <a:off x="1973" y="4131"/>
              <a:ext cx="15136" cy="5230"/>
              <a:chOff x="1973" y="4131"/>
              <a:chExt cx="15136" cy="5230"/>
            </a:xfrm>
          </p:grpSpPr>
          <p:sp>
            <p:nvSpPr>
              <p:cNvPr id="19" name="弧形 18"/>
              <p:cNvSpPr/>
              <p:nvPr>
                <p:custDataLst>
                  <p:tags r:id="rId2"/>
                </p:custDataLst>
              </p:nvPr>
            </p:nvSpPr>
            <p:spPr>
              <a:xfrm>
                <a:off x="7619" y="4826"/>
                <a:ext cx="3792" cy="3792"/>
              </a:xfrm>
              <a:prstGeom prst="arc">
                <a:avLst>
                  <a:gd name="adj1" fmla="val 6548729"/>
                  <a:gd name="adj2" fmla="val 4221520"/>
                </a:avLst>
              </a:prstGeom>
              <a:ln w="31750">
                <a:gradFill>
                  <a:gsLst>
                    <a:gs pos="0">
                      <a:schemeClr val="accent1">
                        <a:hueOff val="-4200000"/>
                      </a:schemeClr>
                    </a:gs>
                    <a:gs pos="100000">
                      <a:schemeClr val="accent1"/>
                    </a:gs>
                  </a:gsLst>
                </a:gradFill>
                <a:headEnd type="oval" w="sm" len="sm"/>
                <a:tailEnd type="oval" w="sm" len="sm"/>
              </a:ln>
            </p:spPr>
            <p:style>
              <a:lnRef idx="0">
                <a:srgbClr val="FFFFFF"/>
              </a:lnRef>
              <a:fillRef idx="0">
                <a:srgbClr val="FFFFFF"/>
              </a:fillRef>
              <a:effectRef idx="0">
                <a:srgbClr val="FFFFFF"/>
              </a:effectRef>
              <a:fontRef idx="minor">
                <a:schemeClr val="tx1"/>
              </a:fontRef>
            </p:style>
            <p:txBody>
              <a:bodyPr rtlCol="0" anchor="ctr"/>
              <a:lstStyle/>
              <a:p>
                <a:pPr algn="ct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10" name="圆: 空心 9"/>
              <p:cNvSpPr/>
              <p:nvPr>
                <p:custDataLst>
                  <p:tags r:id="rId3"/>
                </p:custDataLst>
              </p:nvPr>
            </p:nvSpPr>
            <p:spPr>
              <a:xfrm>
                <a:off x="7144" y="4351"/>
                <a:ext cx="4741" cy="4741"/>
              </a:xfrm>
              <a:prstGeom prst="donut">
                <a:avLst>
                  <a:gd name="adj" fmla="val 5770"/>
                </a:avLst>
              </a:prstGeom>
              <a:solidFill>
                <a:srgbClr val="2C7175"/>
              </a:solidFill>
              <a:ln w="9525">
                <a:gradFill flip="none" rotWithShape="1">
                  <a:gsLst>
                    <a:gs pos="43000">
                      <a:schemeClr val="accent1">
                        <a:alpha val="0"/>
                      </a:schemeClr>
                    </a:gs>
                    <a:gs pos="96000">
                      <a:schemeClr val="accent1"/>
                    </a:gs>
                  </a:gsLst>
                  <a:lin ang="5400000" scaled="1"/>
                  <a:tileRect/>
                </a:gradFill>
              </a:ln>
              <a:effectLst>
                <a:innerShdw blurRad="393700">
                  <a:schemeClr val="accent1">
                    <a:lumMod val="75000"/>
                    <a:alpha val="6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006" tIns="11003" rIns="22006" bIns="11003" numCol="1" spcCol="0" rtlCol="0" fromWordArt="0" anchor="ctr" anchorCtr="0" forceAA="0" compatLnSpc="1">
                <a:noAutofit/>
              </a:bodyPr>
              <a:lstStyle/>
              <a:p>
                <a:pPr algn="ctr" defTabSz="109855">
                  <a:buClr>
                    <a:srgbClr val="000000"/>
                  </a:buClr>
                </a:pPr>
                <a:endParaRPr lang="zh-CN" altLang="en-US" sz="1400" b="1" kern="0" dirty="0">
                  <a:solidFill>
                    <a:prstClr val="white"/>
                  </a:solidFill>
                  <a:latin typeface="微软雅黑" panose="020B0503020204020204" charset="-122"/>
                  <a:ea typeface="微软雅黑" panose="020B0503020204020204" charset="-122"/>
                  <a:sym typeface="微软雅黑" panose="020B0503020204020204" charset="-122"/>
                </a:endParaRPr>
              </a:p>
            </p:txBody>
          </p:sp>
          <p:grpSp>
            <p:nvGrpSpPr>
              <p:cNvPr id="64" name="组合 63"/>
              <p:cNvGrpSpPr/>
              <p:nvPr/>
            </p:nvGrpSpPr>
            <p:grpSpPr>
              <a:xfrm>
                <a:off x="1973" y="4131"/>
                <a:ext cx="15136" cy="5231"/>
                <a:chOff x="1973" y="4131"/>
                <a:chExt cx="15136" cy="5231"/>
              </a:xfrm>
            </p:grpSpPr>
            <p:sp>
              <p:nvSpPr>
                <p:cNvPr id="17" name="小标题"/>
                <p:cNvSpPr txBox="1"/>
                <p:nvPr>
                  <p:custDataLst>
                    <p:tags r:id="rId13"/>
                  </p:custDataLst>
                </p:nvPr>
              </p:nvSpPr>
              <p:spPr>
                <a:xfrm>
                  <a:off x="1973" y="5005"/>
                  <a:ext cx="4942" cy="1567"/>
                </a:xfrm>
                <a:prstGeom prst="rect">
                  <a:avLst/>
                </a:prstGeom>
                <a:noFill/>
              </p:spPr>
              <p:txBody>
                <a:bodyPr wrap="square" rtlCol="0">
                  <a:spAutoFit/>
                </a:bodyPr>
                <a:lstStyle/>
                <a:p>
                  <a:pPr algn="r">
                    <a:lnSpc>
                      <a:spcPct val="140000"/>
                    </a:lnSpc>
                  </a:pPr>
                  <a:r>
                    <a:rPr lang="zh-CN" altLang="en-US" sz="1400" dirty="0">
                      <a:latin typeface="微软雅黑" panose="020B0503020204020204" charset="-122"/>
                      <a:ea typeface="微软雅黑" panose="020B0503020204020204" charset="-122"/>
                      <a:sym typeface="微软雅黑" panose="020B0503020204020204" charset="-122"/>
                    </a:rPr>
                    <a:t>在这里输入你的正文阐述与关键词标题相关的具体内容</a:t>
                  </a:r>
                  <a:endParaRPr lang="zh-CN" altLang="en-US" sz="1400">
                    <a:latin typeface="微软雅黑" panose="020B0503020204020204" charset="-122"/>
                    <a:ea typeface="微软雅黑" panose="020B0503020204020204" charset="-122"/>
                    <a:sym typeface="微软雅黑" panose="020B0503020204020204" charset="-122"/>
                  </a:endParaRPr>
                </a:p>
                <a:p>
                  <a:pPr algn="r">
                    <a:lnSpc>
                      <a:spcPct val="140000"/>
                    </a:lnSpc>
                  </a:pPr>
                  <a:endParaRPr lang="en-US" altLang="zh-CN" sz="1400" dirty="0">
                    <a:latin typeface="微软雅黑" panose="020B0503020204020204" charset="-122"/>
                    <a:ea typeface="微软雅黑" panose="020B0503020204020204" charset="-122"/>
                    <a:cs typeface="阿里巴巴普惠体" panose="00020600040101010101" charset="-122"/>
                    <a:sym typeface="微软雅黑" panose="020B0503020204020204" charset="-122"/>
                  </a:endParaRPr>
                </a:p>
              </p:txBody>
            </p:sp>
            <p:sp>
              <p:nvSpPr>
                <p:cNvPr id="18" name="矩形 17"/>
                <p:cNvSpPr/>
                <p:nvPr>
                  <p:custDataLst>
                    <p:tags r:id="rId14"/>
                  </p:custDataLst>
                </p:nvPr>
              </p:nvSpPr>
              <p:spPr>
                <a:xfrm>
                  <a:off x="4870" y="4131"/>
                  <a:ext cx="2169" cy="970"/>
                </a:xfrm>
                <a:prstGeom prst="rect">
                  <a:avLst/>
                </a:prstGeom>
                <a:effectLst/>
              </p:spPr>
              <p:txBody>
                <a:bodyPr wrap="none" lIns="122530" tIns="61265" rIns="122530" bIns="61265">
                  <a:spAutoFit/>
                </a:bodyPr>
                <a:lstStyle/>
                <a:p>
                  <a:pPr algn="ctr">
                    <a:defRPr/>
                  </a:pPr>
                  <a:r>
                    <a:rPr lang="zh-CN" altLang="en-US" sz="3200" b="1">
                      <a:solidFill>
                        <a:schemeClr val="tx1"/>
                      </a:solidFill>
                      <a:latin typeface="微软雅黑" panose="020B0503020204020204" charset="-122"/>
                      <a:ea typeface="微软雅黑" panose="020B0503020204020204" charset="-122"/>
                      <a:sym typeface="微软雅黑" panose="020B0503020204020204" charset="-122"/>
                    </a:rPr>
                    <a:t>项目</a:t>
                  </a:r>
                  <a:r>
                    <a:rPr lang="en-US" altLang="zh-CN" sz="3200" b="1">
                      <a:solidFill>
                        <a:schemeClr val="tx1"/>
                      </a:solidFill>
                      <a:latin typeface="微软雅黑" panose="020B0503020204020204" charset="-122"/>
                      <a:ea typeface="微软雅黑" panose="020B0503020204020204" charset="-122"/>
                      <a:sym typeface="微软雅黑" panose="020B0503020204020204" charset="-122"/>
                    </a:rPr>
                    <a:t>A</a:t>
                  </a:r>
                  <a:endParaRPr lang="en-US" altLang="zh-CN" sz="3200" b="1" dirty="0">
                    <a:solidFill>
                      <a:schemeClr val="tx1"/>
                    </a:solidFill>
                    <a:latin typeface="微软雅黑" panose="020B0503020204020204" charset="-122"/>
                    <a:ea typeface="微软雅黑" panose="020B0503020204020204" charset="-122"/>
                    <a:sym typeface="微软雅黑" panose="020B0503020204020204" charset="-122"/>
                  </a:endParaRPr>
                </a:p>
              </p:txBody>
            </p:sp>
            <p:sp>
              <p:nvSpPr>
                <p:cNvPr id="24" name="小标题"/>
                <p:cNvSpPr txBox="1"/>
                <p:nvPr>
                  <p:custDataLst>
                    <p:tags r:id="rId15"/>
                  </p:custDataLst>
                </p:nvPr>
              </p:nvSpPr>
              <p:spPr>
                <a:xfrm>
                  <a:off x="2024" y="8318"/>
                  <a:ext cx="4891" cy="957"/>
                </a:xfrm>
                <a:prstGeom prst="rect">
                  <a:avLst/>
                </a:prstGeom>
                <a:noFill/>
              </p:spPr>
              <p:txBody>
                <a:bodyPr wrap="square" rtlCol="0">
                  <a:spAutoFit/>
                </a:bodyPr>
                <a:lstStyle/>
                <a:p>
                  <a:pPr algn="r">
                    <a:lnSpc>
                      <a:spcPct val="120000"/>
                    </a:lnSpc>
                  </a:pPr>
                  <a:r>
                    <a:rPr lang="zh-CN" altLang="en-US" sz="1400" dirty="0">
                      <a:latin typeface="微软雅黑" panose="020B0503020204020204" charset="-122"/>
                      <a:ea typeface="微软雅黑" panose="020B0503020204020204" charset="-122"/>
                      <a:sym typeface="微软雅黑" panose="020B0503020204020204" charset="-122"/>
                    </a:rPr>
                    <a:t>在这里输入你的正文阐述与关键词标题相关的具体内容</a:t>
                  </a:r>
                  <a:endParaRPr lang="en-US" altLang="zh-CN" sz="1400" dirty="0">
                    <a:latin typeface="微软雅黑" panose="020B0503020204020204" charset="-122"/>
                    <a:ea typeface="微软雅黑" panose="020B0503020204020204" charset="-122"/>
                    <a:cs typeface="阿里巴巴普惠体" panose="00020600040101010101" charset="-122"/>
                    <a:sym typeface="微软雅黑" panose="020B0503020204020204" charset="-122"/>
                  </a:endParaRPr>
                </a:p>
              </p:txBody>
            </p:sp>
            <p:sp>
              <p:nvSpPr>
                <p:cNvPr id="3" name="矩形 2"/>
                <p:cNvSpPr/>
                <p:nvPr>
                  <p:custDataLst>
                    <p:tags r:id="rId16"/>
                  </p:custDataLst>
                </p:nvPr>
              </p:nvSpPr>
              <p:spPr>
                <a:xfrm>
                  <a:off x="5000" y="7444"/>
                  <a:ext cx="1914" cy="873"/>
                </a:xfrm>
                <a:prstGeom prst="rect">
                  <a:avLst/>
                </a:prstGeom>
                <a:effectLst/>
              </p:spPr>
              <p:txBody>
                <a:bodyPr wrap="none" lIns="122530" tIns="61265" rIns="122530" bIns="61265">
                  <a:spAutoFit/>
                </a:bodyPr>
                <a:lstStyle/>
                <a:p>
                  <a:pPr algn="ctr"/>
                  <a:r>
                    <a:rPr lang="zh-CN" altLang="en-US" sz="3200" b="1">
                      <a:solidFill>
                        <a:schemeClr val="tx1"/>
                      </a:solidFill>
                      <a:latin typeface="微软雅黑" panose="020B0503020204020204" charset="-122"/>
                      <a:ea typeface="微软雅黑" panose="020B0503020204020204" charset="-122"/>
                      <a:sym typeface="微软雅黑" panose="020B0503020204020204" charset="-122"/>
                    </a:rPr>
                    <a:t>项目</a:t>
                  </a:r>
                  <a:r>
                    <a:rPr lang="en-US" altLang="zh-CN" sz="3200" b="1" dirty="0">
                      <a:solidFill>
                        <a:schemeClr val="tx1"/>
                      </a:solidFill>
                      <a:latin typeface="微软雅黑" panose="020B0503020204020204" charset="-122"/>
                      <a:ea typeface="微软雅黑" panose="020B0503020204020204" charset="-122"/>
                      <a:sym typeface="微软雅黑" panose="020B0503020204020204" charset="-122"/>
                    </a:rPr>
                    <a:t>B</a:t>
                  </a:r>
                </a:p>
              </p:txBody>
            </p:sp>
            <p:sp>
              <p:nvSpPr>
                <p:cNvPr id="6" name="小标题"/>
                <p:cNvSpPr txBox="1"/>
                <p:nvPr>
                  <p:custDataLst>
                    <p:tags r:id="rId17"/>
                  </p:custDataLst>
                </p:nvPr>
              </p:nvSpPr>
              <p:spPr>
                <a:xfrm flipH="1">
                  <a:off x="12081" y="5005"/>
                  <a:ext cx="4958" cy="1044"/>
                </a:xfrm>
                <a:prstGeom prst="rect">
                  <a:avLst/>
                </a:prstGeom>
                <a:noFill/>
              </p:spPr>
              <p:txBody>
                <a:bodyPr wrap="square" rtlCol="0">
                  <a:spAutoFit/>
                </a:bodyPr>
                <a:lstStyle/>
                <a:p>
                  <a:pPr>
                    <a:lnSpc>
                      <a:spcPct val="140000"/>
                    </a:lnSpc>
                  </a:pPr>
                  <a:r>
                    <a:rPr lang="zh-CN" altLang="en-US" sz="1400" dirty="0">
                      <a:latin typeface="微软雅黑" panose="020B0503020204020204" charset="-122"/>
                      <a:ea typeface="微软雅黑" panose="020B0503020204020204" charset="-122"/>
                      <a:sym typeface="微软雅黑" panose="020B0503020204020204" charset="-122"/>
                    </a:rPr>
                    <a:t>在这里输入你的正文阐述与关键词标题相关的具体内容</a:t>
                  </a:r>
                  <a:endParaRPr lang="en-US" altLang="zh-CN" sz="1400" dirty="0">
                    <a:latin typeface="微软雅黑" panose="020B0503020204020204" charset="-122"/>
                    <a:ea typeface="微软雅黑" panose="020B0503020204020204" charset="-122"/>
                    <a:cs typeface="阿里巴巴普惠体" panose="00020600040101010101" charset="-122"/>
                    <a:sym typeface="微软雅黑" panose="020B0503020204020204" charset="-122"/>
                  </a:endParaRPr>
                </a:p>
              </p:txBody>
            </p:sp>
            <p:sp>
              <p:nvSpPr>
                <p:cNvPr id="11" name="矩形 10"/>
                <p:cNvSpPr/>
                <p:nvPr>
                  <p:custDataLst>
                    <p:tags r:id="rId18"/>
                  </p:custDataLst>
                </p:nvPr>
              </p:nvSpPr>
              <p:spPr>
                <a:xfrm flipH="1">
                  <a:off x="12081" y="4131"/>
                  <a:ext cx="1897" cy="873"/>
                </a:xfrm>
                <a:prstGeom prst="rect">
                  <a:avLst/>
                </a:prstGeom>
                <a:effectLst/>
              </p:spPr>
              <p:txBody>
                <a:bodyPr wrap="none" lIns="122530" tIns="61265" rIns="122530" bIns="61265">
                  <a:spAutoFit/>
                </a:bodyPr>
                <a:lstStyle/>
                <a:p>
                  <a:pPr algn="ctr"/>
                  <a:r>
                    <a:rPr lang="zh-CN" altLang="en-US" sz="3200" b="1">
                      <a:solidFill>
                        <a:schemeClr val="tx1"/>
                      </a:solidFill>
                      <a:latin typeface="微软雅黑" panose="020B0503020204020204" charset="-122"/>
                      <a:ea typeface="微软雅黑" panose="020B0503020204020204" charset="-122"/>
                      <a:sym typeface="微软雅黑" panose="020B0503020204020204" charset="-122"/>
                    </a:rPr>
                    <a:t>项目</a:t>
                  </a:r>
                  <a:r>
                    <a:rPr lang="en-US" altLang="zh-CN" sz="3200" b="1" dirty="0">
                      <a:solidFill>
                        <a:schemeClr val="tx1"/>
                      </a:solidFill>
                      <a:latin typeface="微软雅黑" panose="020B0503020204020204" charset="-122"/>
                      <a:ea typeface="微软雅黑" panose="020B0503020204020204" charset="-122"/>
                      <a:sym typeface="微软雅黑" panose="020B0503020204020204" charset="-122"/>
                    </a:rPr>
                    <a:t>C</a:t>
                  </a:r>
                </a:p>
              </p:txBody>
            </p:sp>
            <p:sp>
              <p:nvSpPr>
                <p:cNvPr id="36" name="小标题"/>
                <p:cNvSpPr txBox="1"/>
                <p:nvPr>
                  <p:custDataLst>
                    <p:tags r:id="rId19"/>
                  </p:custDataLst>
                </p:nvPr>
              </p:nvSpPr>
              <p:spPr>
                <a:xfrm flipH="1">
                  <a:off x="12081" y="8318"/>
                  <a:ext cx="5029" cy="1044"/>
                </a:xfrm>
                <a:prstGeom prst="rect">
                  <a:avLst/>
                </a:prstGeom>
                <a:noFill/>
              </p:spPr>
              <p:txBody>
                <a:bodyPr wrap="square" rtlCol="0">
                  <a:spAutoFit/>
                </a:bodyPr>
                <a:lstStyle/>
                <a:p>
                  <a:pPr>
                    <a:lnSpc>
                      <a:spcPct val="140000"/>
                    </a:lnSpc>
                  </a:pPr>
                  <a:r>
                    <a:rPr lang="zh-CN" altLang="en-US" sz="1400" dirty="0">
                      <a:latin typeface="微软雅黑" panose="020B0503020204020204" charset="-122"/>
                      <a:ea typeface="微软雅黑" panose="020B0503020204020204" charset="-122"/>
                      <a:sym typeface="微软雅黑" panose="020B0503020204020204" charset="-122"/>
                    </a:rPr>
                    <a:t>在这里输入你的正文阐述与关键词标题相关的具体内容</a:t>
                  </a:r>
                  <a:endParaRPr lang="en-US" altLang="zh-CN" sz="1400" dirty="0">
                    <a:latin typeface="微软雅黑" panose="020B0503020204020204" charset="-122"/>
                    <a:ea typeface="微软雅黑" panose="020B0503020204020204" charset="-122"/>
                    <a:cs typeface="阿里巴巴普惠体" panose="00020600040101010101" charset="-122"/>
                    <a:sym typeface="微软雅黑" panose="020B0503020204020204" charset="-122"/>
                  </a:endParaRPr>
                </a:p>
              </p:txBody>
            </p:sp>
            <p:sp>
              <p:nvSpPr>
                <p:cNvPr id="37" name="矩形 36"/>
                <p:cNvSpPr/>
                <p:nvPr>
                  <p:custDataLst>
                    <p:tags r:id="rId20"/>
                  </p:custDataLst>
                </p:nvPr>
              </p:nvSpPr>
              <p:spPr>
                <a:xfrm flipH="1">
                  <a:off x="12081" y="7444"/>
                  <a:ext cx="1952" cy="873"/>
                </a:xfrm>
                <a:prstGeom prst="rect">
                  <a:avLst/>
                </a:prstGeom>
                <a:effectLst/>
              </p:spPr>
              <p:txBody>
                <a:bodyPr wrap="none" lIns="122530" tIns="61265" rIns="122530" bIns="61265">
                  <a:spAutoFit/>
                </a:bodyPr>
                <a:lstStyle/>
                <a:p>
                  <a:pPr algn="ctr"/>
                  <a:r>
                    <a:rPr lang="zh-CN" altLang="en-US" sz="3200" b="1">
                      <a:solidFill>
                        <a:schemeClr val="tx1"/>
                      </a:solidFill>
                      <a:latin typeface="微软雅黑" panose="020B0503020204020204" charset="-122"/>
                      <a:ea typeface="微软雅黑" panose="020B0503020204020204" charset="-122"/>
                      <a:sym typeface="微软雅黑" panose="020B0503020204020204" charset="-122"/>
                    </a:rPr>
                    <a:t>项目</a:t>
                  </a:r>
                  <a:r>
                    <a:rPr lang="en-US" altLang="zh-CN" sz="3200" b="1" dirty="0">
                      <a:solidFill>
                        <a:schemeClr val="tx1"/>
                      </a:solidFill>
                      <a:latin typeface="微软雅黑" panose="020B0503020204020204" charset="-122"/>
                      <a:ea typeface="微软雅黑" panose="020B0503020204020204" charset="-122"/>
                      <a:sym typeface="微软雅黑" panose="020B0503020204020204" charset="-122"/>
                    </a:rPr>
                    <a:t>D</a:t>
                  </a:r>
                </a:p>
              </p:txBody>
            </p:sp>
          </p:grpSp>
          <p:sp>
            <p:nvSpPr>
              <p:cNvPr id="13" name="矩形 12"/>
              <p:cNvSpPr/>
              <p:nvPr>
                <p:custDataLst>
                  <p:tags r:id="rId4"/>
                </p:custDataLst>
              </p:nvPr>
            </p:nvSpPr>
            <p:spPr>
              <a:xfrm flipH="1">
                <a:off x="8684" y="5766"/>
                <a:ext cx="1664" cy="1743"/>
              </a:xfrm>
              <a:prstGeom prst="rect">
                <a:avLst/>
              </a:prstGeom>
              <a:effectLst/>
            </p:spPr>
            <p:txBody>
              <a:bodyPr wrap="none" lIns="122530" tIns="61265" rIns="122530" bIns="61265">
                <a:spAutoFit/>
              </a:bodyPr>
              <a:lstStyle/>
              <a:p>
                <a:pPr lvl="0" algn="ctr" defTabSz="685800">
                  <a:defRPr/>
                </a:pPr>
                <a:r>
                  <a:rPr lang="zh-CN" altLang="en-US" sz="3200" b="1" dirty="0">
                    <a:solidFill>
                      <a:schemeClr val="tx1"/>
                    </a:solidFill>
                    <a:latin typeface="微软雅黑" panose="020B0503020204020204" charset="-122"/>
                    <a:ea typeface="微软雅黑" panose="020B0503020204020204" charset="-122"/>
                    <a:sym typeface="微软雅黑" panose="020B0503020204020204" charset="-122"/>
                  </a:rPr>
                  <a:t>工作</a:t>
                </a:r>
              </a:p>
              <a:p>
                <a:pPr lvl="0" algn="ctr" defTabSz="685800">
                  <a:defRPr/>
                </a:pPr>
                <a:r>
                  <a:rPr lang="zh-CN" altLang="en-US" sz="3200" b="1" dirty="0">
                    <a:solidFill>
                      <a:schemeClr val="tx1"/>
                    </a:solidFill>
                    <a:latin typeface="微软雅黑" panose="020B0503020204020204" charset="-122"/>
                    <a:ea typeface="微软雅黑" panose="020B0503020204020204" charset="-122"/>
                    <a:sym typeface="微软雅黑" panose="020B0503020204020204" charset="-122"/>
                  </a:rPr>
                  <a:t>总结</a:t>
                </a:r>
              </a:p>
            </p:txBody>
          </p:sp>
          <p:grpSp>
            <p:nvGrpSpPr>
              <p:cNvPr id="72" name="组合 71"/>
              <p:cNvGrpSpPr/>
              <p:nvPr/>
            </p:nvGrpSpPr>
            <p:grpSpPr>
              <a:xfrm>
                <a:off x="10586" y="4517"/>
                <a:ext cx="1118" cy="1118"/>
                <a:chOff x="10586" y="4517"/>
                <a:chExt cx="1118" cy="1118"/>
              </a:xfrm>
            </p:grpSpPr>
            <p:sp>
              <p:nvSpPr>
                <p:cNvPr id="26" name="微信:2090298045【陈西】公众号：陈西设计之家。微信搜索即可。浏览器搜索：www.1314ppt.com  更多免费PPT模版教程等都可以获取"/>
                <p:cNvSpPr/>
                <p:nvPr>
                  <p:custDataLst>
                    <p:tags r:id="rId11"/>
                  </p:custDataLst>
                </p:nvPr>
              </p:nvSpPr>
              <p:spPr>
                <a:xfrm flipH="1">
                  <a:off x="10586" y="4517"/>
                  <a:ext cx="1119" cy="1119"/>
                </a:xfrm>
                <a:prstGeom prst="ellipse">
                  <a:avLst/>
                </a:prstGeom>
                <a:gradFill flip="none" rotWithShape="1">
                  <a:gsLst>
                    <a:gs pos="100000">
                      <a:schemeClr val="bg1">
                        <a:lumMod val="95000"/>
                      </a:schemeClr>
                    </a:gs>
                    <a:gs pos="0">
                      <a:schemeClr val="bg1"/>
                    </a:gs>
                  </a:gsLst>
                  <a:lin ang="2700000" scaled="1"/>
                  <a:tileRect/>
                </a:gradFill>
                <a:ln w="6350">
                  <a:gradFill flip="none" rotWithShape="1">
                    <a:gsLst>
                      <a:gs pos="0">
                        <a:schemeClr val="accent3">
                          <a:alpha val="20000"/>
                        </a:schemeClr>
                      </a:gs>
                      <a:gs pos="100000">
                        <a:schemeClr val="accent2">
                          <a:alpha val="0"/>
                        </a:schemeClr>
                      </a:gs>
                    </a:gsLst>
                    <a:lin ang="2700000" scaled="1"/>
                    <a:tileRect/>
                  </a:gradFill>
                </a:ln>
                <a:effectLst>
                  <a:outerShdw blurRad="317500" dist="190500" dir="2700001" sx="98000" sy="98000" algn="tl" rotWithShape="0">
                    <a:srgbClr val="3A8F96">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2530" tIns="61265" rIns="122530" bIns="61265" rtlCol="0" anchor="ctr"/>
                <a:lstStyle/>
                <a:p>
                  <a:endParaRPr lang="zh-CN" altLang="en-US" sz="2400" dirty="0">
                    <a:solidFill>
                      <a:srgbClr val="432015"/>
                    </a:solidFill>
                    <a:latin typeface="微软雅黑" panose="020B0503020204020204" charset="-122"/>
                    <a:ea typeface="微软雅黑" panose="020B0503020204020204" charset="-122"/>
                    <a:sym typeface="微软雅黑" panose="020B0503020204020204" charset="-122"/>
                  </a:endParaRPr>
                </a:p>
              </p:txBody>
            </p:sp>
            <p:sp>
              <p:nvSpPr>
                <p:cNvPr id="14" name="telephone_126341"/>
                <p:cNvSpPr/>
                <p:nvPr>
                  <p:custDataLst>
                    <p:tags r:id="rId12"/>
                  </p:custDataLst>
                </p:nvPr>
              </p:nvSpPr>
              <p:spPr>
                <a:xfrm>
                  <a:off x="10840" y="4771"/>
                  <a:ext cx="610" cy="610"/>
                </a:xfrm>
                <a:custGeom>
                  <a:avLst/>
                  <a:gdLst>
                    <a:gd name="connsiteX0" fmla="*/ 307500 w 607958"/>
                    <a:gd name="connsiteY0" fmla="*/ 121302 h 607101"/>
                    <a:gd name="connsiteX1" fmla="*/ 426395 w 607958"/>
                    <a:gd name="connsiteY1" fmla="*/ 180525 h 607101"/>
                    <a:gd name="connsiteX2" fmla="*/ 484751 w 607958"/>
                    <a:gd name="connsiteY2" fmla="*/ 293002 h 607101"/>
                    <a:gd name="connsiteX3" fmla="*/ 438066 w 607958"/>
                    <a:gd name="connsiteY3" fmla="*/ 300962 h 607101"/>
                    <a:gd name="connsiteX4" fmla="*/ 392994 w 607958"/>
                    <a:gd name="connsiteY4" fmla="*/ 214069 h 607101"/>
                    <a:gd name="connsiteX5" fmla="*/ 300858 w 607958"/>
                    <a:gd name="connsiteY5" fmla="*/ 168207 h 607101"/>
                    <a:gd name="connsiteX6" fmla="*/ 100776 w 607958"/>
                    <a:gd name="connsiteY6" fmla="*/ 58263 h 607101"/>
                    <a:gd name="connsiteX7" fmla="*/ 133029 w 607958"/>
                    <a:gd name="connsiteY7" fmla="*/ 72749 h 607101"/>
                    <a:gd name="connsiteX8" fmla="*/ 169470 w 607958"/>
                    <a:gd name="connsiteY8" fmla="*/ 109136 h 607101"/>
                    <a:gd name="connsiteX9" fmla="*/ 204772 w 607958"/>
                    <a:gd name="connsiteY9" fmla="*/ 144480 h 607101"/>
                    <a:gd name="connsiteX10" fmla="*/ 204867 w 607958"/>
                    <a:gd name="connsiteY10" fmla="*/ 210337 h 607101"/>
                    <a:gd name="connsiteX11" fmla="*/ 160360 w 607958"/>
                    <a:gd name="connsiteY11" fmla="*/ 254684 h 607101"/>
                    <a:gd name="connsiteX12" fmla="*/ 158082 w 607958"/>
                    <a:gd name="connsiteY12" fmla="*/ 266529 h 607101"/>
                    <a:gd name="connsiteX13" fmla="*/ 198414 w 607958"/>
                    <a:gd name="connsiteY13" fmla="*/ 331153 h 607101"/>
                    <a:gd name="connsiteX14" fmla="*/ 311056 w 607958"/>
                    <a:gd name="connsiteY14" fmla="*/ 433492 h 607101"/>
                    <a:gd name="connsiteX15" fmla="*/ 340569 w 607958"/>
                    <a:gd name="connsiteY15" fmla="*/ 448843 h 607101"/>
                    <a:gd name="connsiteX16" fmla="*/ 352906 w 607958"/>
                    <a:gd name="connsiteY16" fmla="*/ 446568 h 607101"/>
                    <a:gd name="connsiteX17" fmla="*/ 397887 w 607958"/>
                    <a:gd name="connsiteY17" fmla="*/ 401653 h 607101"/>
                    <a:gd name="connsiteX18" fmla="*/ 462227 w 607958"/>
                    <a:gd name="connsiteY18" fmla="*/ 401653 h 607101"/>
                    <a:gd name="connsiteX19" fmla="*/ 534634 w 607958"/>
                    <a:gd name="connsiteY19" fmla="*/ 473764 h 607101"/>
                    <a:gd name="connsiteX20" fmla="*/ 534349 w 607958"/>
                    <a:gd name="connsiteY20" fmla="*/ 539242 h 607101"/>
                    <a:gd name="connsiteX21" fmla="*/ 493259 w 607958"/>
                    <a:gd name="connsiteY21" fmla="*/ 580556 h 607101"/>
                    <a:gd name="connsiteX22" fmla="*/ 423794 w 607958"/>
                    <a:gd name="connsiteY22" fmla="*/ 606899 h 607101"/>
                    <a:gd name="connsiteX23" fmla="*/ 313334 w 607958"/>
                    <a:gd name="connsiteY23" fmla="*/ 574871 h 607101"/>
                    <a:gd name="connsiteX24" fmla="*/ 113955 w 607958"/>
                    <a:gd name="connsiteY24" fmla="*/ 419089 h 607101"/>
                    <a:gd name="connsiteX25" fmla="*/ 16591 w 607958"/>
                    <a:gd name="connsiteY25" fmla="*/ 257242 h 607101"/>
                    <a:gd name="connsiteX26" fmla="*/ 458 w 607958"/>
                    <a:gd name="connsiteY26" fmla="*/ 167127 h 607101"/>
                    <a:gd name="connsiteX27" fmla="*/ 23423 w 607958"/>
                    <a:gd name="connsiteY27" fmla="*/ 117759 h 607101"/>
                    <a:gd name="connsiteX28" fmla="*/ 68594 w 607958"/>
                    <a:gd name="connsiteY28" fmla="*/ 72843 h 607101"/>
                    <a:gd name="connsiteX29" fmla="*/ 100776 w 607958"/>
                    <a:gd name="connsiteY29" fmla="*/ 58263 h 607101"/>
                    <a:gd name="connsiteX30" fmla="*/ 313686 w 607958"/>
                    <a:gd name="connsiteY30" fmla="*/ 0 h 607101"/>
                    <a:gd name="connsiteX31" fmla="*/ 511069 w 607958"/>
                    <a:gd name="connsiteY31" fmla="*/ 98271 h 607101"/>
                    <a:gd name="connsiteX32" fmla="*/ 607958 w 607958"/>
                    <a:gd name="connsiteY32" fmla="*/ 284957 h 607101"/>
                    <a:gd name="connsiteX33" fmla="*/ 561269 w 607958"/>
                    <a:gd name="connsiteY33" fmla="*/ 292917 h 607101"/>
                    <a:gd name="connsiteX34" fmla="*/ 477666 w 607958"/>
                    <a:gd name="connsiteY34" fmla="*/ 131817 h 607101"/>
                    <a:gd name="connsiteX35" fmla="*/ 307138 w 607958"/>
                    <a:gd name="connsiteY35" fmla="*/ 46908 h 60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7958" h="607101">
                      <a:moveTo>
                        <a:pt x="307500" y="121302"/>
                      </a:moveTo>
                      <a:cubicBezTo>
                        <a:pt x="352762" y="127651"/>
                        <a:pt x="393848" y="148118"/>
                        <a:pt x="426395" y="180525"/>
                      </a:cubicBezTo>
                      <a:cubicBezTo>
                        <a:pt x="457139" y="211416"/>
                        <a:pt x="477350" y="250172"/>
                        <a:pt x="484751" y="293002"/>
                      </a:cubicBezTo>
                      <a:lnTo>
                        <a:pt x="438066" y="300962"/>
                      </a:lnTo>
                      <a:cubicBezTo>
                        <a:pt x="432373" y="267892"/>
                        <a:pt x="416811" y="237759"/>
                        <a:pt x="392994" y="214069"/>
                      </a:cubicBezTo>
                      <a:cubicBezTo>
                        <a:pt x="367849" y="188864"/>
                        <a:pt x="335967" y="173134"/>
                        <a:pt x="300858" y="168207"/>
                      </a:cubicBezTo>
                      <a:close/>
                      <a:moveTo>
                        <a:pt x="100776" y="58263"/>
                      </a:moveTo>
                      <a:cubicBezTo>
                        <a:pt x="111939" y="58251"/>
                        <a:pt x="123113" y="63084"/>
                        <a:pt x="133029" y="72749"/>
                      </a:cubicBezTo>
                      <a:cubicBezTo>
                        <a:pt x="145271" y="84783"/>
                        <a:pt x="157323" y="97007"/>
                        <a:pt x="169470" y="109136"/>
                      </a:cubicBezTo>
                      <a:cubicBezTo>
                        <a:pt x="181237" y="120980"/>
                        <a:pt x="193004" y="132636"/>
                        <a:pt x="204772" y="144480"/>
                      </a:cubicBezTo>
                      <a:cubicBezTo>
                        <a:pt x="225554" y="165327"/>
                        <a:pt x="225554" y="189585"/>
                        <a:pt x="204867" y="210337"/>
                      </a:cubicBezTo>
                      <a:cubicBezTo>
                        <a:pt x="190063" y="225214"/>
                        <a:pt x="175448" y="240186"/>
                        <a:pt x="160360" y="254684"/>
                      </a:cubicBezTo>
                      <a:cubicBezTo>
                        <a:pt x="156469" y="258569"/>
                        <a:pt x="156089" y="261791"/>
                        <a:pt x="158082" y="266529"/>
                      </a:cubicBezTo>
                      <a:cubicBezTo>
                        <a:pt x="168046" y="290313"/>
                        <a:pt x="182376" y="311444"/>
                        <a:pt x="198414" y="331153"/>
                      </a:cubicBezTo>
                      <a:cubicBezTo>
                        <a:pt x="230868" y="370762"/>
                        <a:pt x="267404" y="406012"/>
                        <a:pt x="311056" y="433492"/>
                      </a:cubicBezTo>
                      <a:cubicBezTo>
                        <a:pt x="320451" y="439272"/>
                        <a:pt x="330795" y="443536"/>
                        <a:pt x="340569" y="448843"/>
                      </a:cubicBezTo>
                      <a:cubicBezTo>
                        <a:pt x="345504" y="451685"/>
                        <a:pt x="348920" y="450738"/>
                        <a:pt x="352906" y="446568"/>
                      </a:cubicBezTo>
                      <a:cubicBezTo>
                        <a:pt x="367710" y="431407"/>
                        <a:pt x="382799" y="416530"/>
                        <a:pt x="397887" y="401653"/>
                      </a:cubicBezTo>
                      <a:cubicBezTo>
                        <a:pt x="417626" y="382038"/>
                        <a:pt x="442394" y="382038"/>
                        <a:pt x="462227" y="401653"/>
                      </a:cubicBezTo>
                      <a:cubicBezTo>
                        <a:pt x="486426" y="425627"/>
                        <a:pt x="510625" y="449601"/>
                        <a:pt x="534634" y="473764"/>
                      </a:cubicBezTo>
                      <a:cubicBezTo>
                        <a:pt x="554752" y="493947"/>
                        <a:pt x="554657" y="518774"/>
                        <a:pt x="534349" y="539242"/>
                      </a:cubicBezTo>
                      <a:cubicBezTo>
                        <a:pt x="520684" y="552982"/>
                        <a:pt x="506165" y="566153"/>
                        <a:pt x="493259" y="580556"/>
                      </a:cubicBezTo>
                      <a:cubicBezTo>
                        <a:pt x="474374" y="601592"/>
                        <a:pt x="450840" y="608415"/>
                        <a:pt x="423794" y="606899"/>
                      </a:cubicBezTo>
                      <a:cubicBezTo>
                        <a:pt x="384412" y="604814"/>
                        <a:pt x="348256" y="591738"/>
                        <a:pt x="313334" y="574871"/>
                      </a:cubicBezTo>
                      <a:cubicBezTo>
                        <a:pt x="235803" y="537157"/>
                        <a:pt x="169470" y="485040"/>
                        <a:pt x="113955" y="419089"/>
                      </a:cubicBezTo>
                      <a:cubicBezTo>
                        <a:pt x="72770" y="370288"/>
                        <a:pt x="38892" y="317129"/>
                        <a:pt x="16591" y="257242"/>
                      </a:cubicBezTo>
                      <a:cubicBezTo>
                        <a:pt x="5772" y="228246"/>
                        <a:pt x="-2009" y="198587"/>
                        <a:pt x="458" y="167127"/>
                      </a:cubicBezTo>
                      <a:cubicBezTo>
                        <a:pt x="1977" y="147797"/>
                        <a:pt x="9189" y="131214"/>
                        <a:pt x="23423" y="117759"/>
                      </a:cubicBezTo>
                      <a:cubicBezTo>
                        <a:pt x="38892" y="103071"/>
                        <a:pt x="53411" y="87815"/>
                        <a:pt x="68594" y="72843"/>
                      </a:cubicBezTo>
                      <a:cubicBezTo>
                        <a:pt x="78464" y="63131"/>
                        <a:pt x="89614" y="58274"/>
                        <a:pt x="100776" y="58263"/>
                      </a:cubicBezTo>
                      <a:close/>
                      <a:moveTo>
                        <a:pt x="313686" y="0"/>
                      </a:moveTo>
                      <a:cubicBezTo>
                        <a:pt x="388938" y="10519"/>
                        <a:pt x="457168" y="44445"/>
                        <a:pt x="511069" y="98271"/>
                      </a:cubicBezTo>
                      <a:cubicBezTo>
                        <a:pt x="562218" y="149444"/>
                        <a:pt x="595717" y="213883"/>
                        <a:pt x="607958" y="284957"/>
                      </a:cubicBezTo>
                      <a:lnTo>
                        <a:pt x="561269" y="292917"/>
                      </a:lnTo>
                      <a:cubicBezTo>
                        <a:pt x="550831" y="231604"/>
                        <a:pt x="521793" y="175883"/>
                        <a:pt x="477666" y="131817"/>
                      </a:cubicBezTo>
                      <a:cubicBezTo>
                        <a:pt x="431072" y="85383"/>
                        <a:pt x="372142" y="56006"/>
                        <a:pt x="307138" y="46908"/>
                      </a:cubicBezTo>
                      <a:close/>
                    </a:path>
                  </a:pathLst>
                </a:custGeom>
                <a:solidFill>
                  <a:srgbClr val="2C71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sym typeface="微软雅黑" panose="020B0503020204020204" charset="-122"/>
                  </a:endParaRPr>
                </a:p>
              </p:txBody>
            </p:sp>
          </p:grpSp>
          <p:grpSp>
            <p:nvGrpSpPr>
              <p:cNvPr id="73" name="组合 72"/>
              <p:cNvGrpSpPr/>
              <p:nvPr/>
            </p:nvGrpSpPr>
            <p:grpSpPr>
              <a:xfrm>
                <a:off x="7291" y="4517"/>
                <a:ext cx="1118" cy="1118"/>
                <a:chOff x="7291" y="4517"/>
                <a:chExt cx="1118" cy="1118"/>
              </a:xfrm>
            </p:grpSpPr>
            <p:sp>
              <p:nvSpPr>
                <p:cNvPr id="20" name="椭圆 19"/>
                <p:cNvSpPr/>
                <p:nvPr>
                  <p:custDataLst>
                    <p:tags r:id="rId9"/>
                  </p:custDataLst>
                </p:nvPr>
              </p:nvSpPr>
              <p:spPr>
                <a:xfrm>
                  <a:off x="7291" y="4517"/>
                  <a:ext cx="1119" cy="1119"/>
                </a:xfrm>
                <a:prstGeom prst="ellipse">
                  <a:avLst/>
                </a:prstGeom>
                <a:gradFill flip="none" rotWithShape="1">
                  <a:gsLst>
                    <a:gs pos="100000">
                      <a:schemeClr val="bg1">
                        <a:lumMod val="95000"/>
                      </a:schemeClr>
                    </a:gs>
                    <a:gs pos="0">
                      <a:schemeClr val="bg1"/>
                    </a:gs>
                  </a:gsLst>
                  <a:lin ang="2700000" scaled="1"/>
                  <a:tileRect/>
                </a:gradFill>
                <a:ln w="6350">
                  <a:gradFill flip="none" rotWithShape="1">
                    <a:gsLst>
                      <a:gs pos="0">
                        <a:schemeClr val="accent3">
                          <a:alpha val="20000"/>
                        </a:schemeClr>
                      </a:gs>
                      <a:gs pos="100000">
                        <a:schemeClr val="accent2">
                          <a:alpha val="0"/>
                        </a:schemeClr>
                      </a:gs>
                    </a:gsLst>
                    <a:lin ang="2700000" scaled="1"/>
                    <a:tileRect/>
                  </a:gradFill>
                </a:ln>
                <a:effectLst>
                  <a:outerShdw blurRad="317500" dist="190500" dir="2700001" sx="98000" sy="98000" algn="tl" rotWithShape="0">
                    <a:srgbClr val="3A8F96">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2530" tIns="61265" rIns="122530" bIns="61265" rtlCol="0" anchor="ctr"/>
                <a:lstStyle/>
                <a:p>
                  <a:pPr algn="ctr"/>
                  <a:endParaRPr lang="zh-CN" altLang="en-US" sz="2400" dirty="0">
                    <a:solidFill>
                      <a:srgbClr val="432015"/>
                    </a:solidFill>
                    <a:latin typeface="微软雅黑" panose="020B0503020204020204" charset="-122"/>
                    <a:ea typeface="微软雅黑" panose="020B0503020204020204" charset="-122"/>
                    <a:sym typeface="微软雅黑" panose="020B0503020204020204" charset="-122"/>
                  </a:endParaRPr>
                </a:p>
              </p:txBody>
            </p:sp>
            <p:sp>
              <p:nvSpPr>
                <p:cNvPr id="21" name="sound-level_153657"/>
                <p:cNvSpPr/>
                <p:nvPr>
                  <p:custDataLst>
                    <p:tags r:id="rId10"/>
                  </p:custDataLst>
                </p:nvPr>
              </p:nvSpPr>
              <p:spPr>
                <a:xfrm>
                  <a:off x="7477" y="4770"/>
                  <a:ext cx="748" cy="612"/>
                </a:xfrm>
                <a:custGeom>
                  <a:avLst/>
                  <a:gdLst>
                    <a:gd name="connsiteX0" fmla="*/ 448548 w 604110"/>
                    <a:gd name="connsiteY0" fmla="*/ 328916 h 493404"/>
                    <a:gd name="connsiteX1" fmla="*/ 466825 w 604110"/>
                    <a:gd name="connsiteY1" fmla="*/ 328916 h 493404"/>
                    <a:gd name="connsiteX2" fmla="*/ 494310 w 604110"/>
                    <a:gd name="connsiteY2" fmla="*/ 356331 h 493404"/>
                    <a:gd name="connsiteX3" fmla="*/ 466825 w 604110"/>
                    <a:gd name="connsiteY3" fmla="*/ 383745 h 493404"/>
                    <a:gd name="connsiteX4" fmla="*/ 448548 w 604110"/>
                    <a:gd name="connsiteY4" fmla="*/ 383745 h 493404"/>
                    <a:gd name="connsiteX5" fmla="*/ 421063 w 604110"/>
                    <a:gd name="connsiteY5" fmla="*/ 356331 h 493404"/>
                    <a:gd name="connsiteX6" fmla="*/ 448548 w 604110"/>
                    <a:gd name="connsiteY6" fmla="*/ 328916 h 493404"/>
                    <a:gd name="connsiteX7" fmla="*/ 448533 w 604110"/>
                    <a:gd name="connsiteY7" fmla="*/ 219257 h 493404"/>
                    <a:gd name="connsiteX8" fmla="*/ 521740 w 604110"/>
                    <a:gd name="connsiteY8" fmla="*/ 219257 h 493404"/>
                    <a:gd name="connsiteX9" fmla="*/ 549210 w 604110"/>
                    <a:gd name="connsiteY9" fmla="*/ 246671 h 493404"/>
                    <a:gd name="connsiteX10" fmla="*/ 521740 w 604110"/>
                    <a:gd name="connsiteY10" fmla="*/ 274086 h 493404"/>
                    <a:gd name="connsiteX11" fmla="*/ 448533 w 604110"/>
                    <a:gd name="connsiteY11" fmla="*/ 274086 h 493404"/>
                    <a:gd name="connsiteX12" fmla="*/ 421063 w 604110"/>
                    <a:gd name="connsiteY12" fmla="*/ 246671 h 493404"/>
                    <a:gd name="connsiteX13" fmla="*/ 448533 w 604110"/>
                    <a:gd name="connsiteY13" fmla="*/ 219257 h 493404"/>
                    <a:gd name="connsiteX14" fmla="*/ 448527 w 604110"/>
                    <a:gd name="connsiteY14" fmla="*/ 109599 h 493404"/>
                    <a:gd name="connsiteX15" fmla="*/ 576646 w 604110"/>
                    <a:gd name="connsiteY15" fmla="*/ 109599 h 493404"/>
                    <a:gd name="connsiteX16" fmla="*/ 604110 w 604110"/>
                    <a:gd name="connsiteY16" fmla="*/ 137013 h 493404"/>
                    <a:gd name="connsiteX17" fmla="*/ 576646 w 604110"/>
                    <a:gd name="connsiteY17" fmla="*/ 164428 h 493404"/>
                    <a:gd name="connsiteX18" fmla="*/ 448527 w 604110"/>
                    <a:gd name="connsiteY18" fmla="*/ 164428 h 493404"/>
                    <a:gd name="connsiteX19" fmla="*/ 421063 w 604110"/>
                    <a:gd name="connsiteY19" fmla="*/ 137013 h 493404"/>
                    <a:gd name="connsiteX20" fmla="*/ 448527 w 604110"/>
                    <a:gd name="connsiteY20" fmla="*/ 109599 h 493404"/>
                    <a:gd name="connsiteX21" fmla="*/ 337332 w 604110"/>
                    <a:gd name="connsiteY21" fmla="*/ 34 h 493404"/>
                    <a:gd name="connsiteX22" fmla="*/ 351611 w 604110"/>
                    <a:gd name="connsiteY22" fmla="*/ 3255 h 493404"/>
                    <a:gd name="connsiteX23" fmla="*/ 366164 w 604110"/>
                    <a:gd name="connsiteY23" fmla="*/ 27379 h 493404"/>
                    <a:gd name="connsiteX24" fmla="*/ 366164 w 604110"/>
                    <a:gd name="connsiteY24" fmla="*/ 465991 h 493404"/>
                    <a:gd name="connsiteX25" fmla="*/ 351611 w 604110"/>
                    <a:gd name="connsiteY25" fmla="*/ 490114 h 493404"/>
                    <a:gd name="connsiteX26" fmla="*/ 338705 w 604110"/>
                    <a:gd name="connsiteY26" fmla="*/ 493404 h 493404"/>
                    <a:gd name="connsiteX27" fmla="*/ 323466 w 604110"/>
                    <a:gd name="connsiteY27" fmla="*/ 488744 h 493404"/>
                    <a:gd name="connsiteX28" fmla="*/ 165577 w 604110"/>
                    <a:gd name="connsiteY28" fmla="*/ 383751 h 493404"/>
                    <a:gd name="connsiteX29" fmla="*/ 27459 w 604110"/>
                    <a:gd name="connsiteY29" fmla="*/ 383751 h 493404"/>
                    <a:gd name="connsiteX30" fmla="*/ 0 w 604110"/>
                    <a:gd name="connsiteY30" fmla="*/ 356338 h 493404"/>
                    <a:gd name="connsiteX31" fmla="*/ 0 w 604110"/>
                    <a:gd name="connsiteY31" fmla="*/ 137032 h 493404"/>
                    <a:gd name="connsiteX32" fmla="*/ 27459 w 604110"/>
                    <a:gd name="connsiteY32" fmla="*/ 109619 h 493404"/>
                    <a:gd name="connsiteX33" fmla="*/ 165577 w 604110"/>
                    <a:gd name="connsiteY33" fmla="*/ 109619 h 493404"/>
                    <a:gd name="connsiteX34" fmla="*/ 323466 w 604110"/>
                    <a:gd name="connsiteY34" fmla="*/ 4626 h 493404"/>
                    <a:gd name="connsiteX35" fmla="*/ 337332 w 604110"/>
                    <a:gd name="connsiteY35" fmla="*/ 34 h 493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4110" h="493404">
                      <a:moveTo>
                        <a:pt x="448548" y="328916"/>
                      </a:moveTo>
                      <a:lnTo>
                        <a:pt x="466825" y="328916"/>
                      </a:lnTo>
                      <a:cubicBezTo>
                        <a:pt x="481942" y="328916"/>
                        <a:pt x="494310" y="341253"/>
                        <a:pt x="494310" y="356331"/>
                      </a:cubicBezTo>
                      <a:cubicBezTo>
                        <a:pt x="494310" y="371408"/>
                        <a:pt x="481942" y="383745"/>
                        <a:pt x="466825" y="383745"/>
                      </a:cubicBezTo>
                      <a:lnTo>
                        <a:pt x="448548" y="383745"/>
                      </a:lnTo>
                      <a:cubicBezTo>
                        <a:pt x="433294" y="383745"/>
                        <a:pt x="421063" y="371408"/>
                        <a:pt x="421063" y="356331"/>
                      </a:cubicBezTo>
                      <a:cubicBezTo>
                        <a:pt x="421063" y="341253"/>
                        <a:pt x="433294" y="328916"/>
                        <a:pt x="448548" y="328916"/>
                      </a:cubicBezTo>
                      <a:close/>
                      <a:moveTo>
                        <a:pt x="448533" y="219257"/>
                      </a:moveTo>
                      <a:lnTo>
                        <a:pt x="521740" y="219257"/>
                      </a:lnTo>
                      <a:cubicBezTo>
                        <a:pt x="536849" y="219257"/>
                        <a:pt x="549210" y="231594"/>
                        <a:pt x="549210" y="246671"/>
                      </a:cubicBezTo>
                      <a:cubicBezTo>
                        <a:pt x="549210" y="261749"/>
                        <a:pt x="536849" y="274086"/>
                        <a:pt x="521740" y="274086"/>
                      </a:cubicBezTo>
                      <a:lnTo>
                        <a:pt x="448533" y="274086"/>
                      </a:lnTo>
                      <a:cubicBezTo>
                        <a:pt x="433287" y="274086"/>
                        <a:pt x="421063" y="261749"/>
                        <a:pt x="421063" y="246671"/>
                      </a:cubicBezTo>
                      <a:cubicBezTo>
                        <a:pt x="421063" y="231594"/>
                        <a:pt x="433287" y="219257"/>
                        <a:pt x="448533" y="219257"/>
                      </a:cubicBezTo>
                      <a:close/>
                      <a:moveTo>
                        <a:pt x="448527" y="109599"/>
                      </a:moveTo>
                      <a:lnTo>
                        <a:pt x="576646" y="109599"/>
                      </a:lnTo>
                      <a:cubicBezTo>
                        <a:pt x="591751" y="109599"/>
                        <a:pt x="604110" y="121936"/>
                        <a:pt x="604110" y="137013"/>
                      </a:cubicBezTo>
                      <a:cubicBezTo>
                        <a:pt x="604110" y="152091"/>
                        <a:pt x="591751" y="164428"/>
                        <a:pt x="576646" y="164428"/>
                      </a:cubicBezTo>
                      <a:lnTo>
                        <a:pt x="448527" y="164428"/>
                      </a:lnTo>
                      <a:cubicBezTo>
                        <a:pt x="433285" y="164428"/>
                        <a:pt x="421063" y="152091"/>
                        <a:pt x="421063" y="137013"/>
                      </a:cubicBezTo>
                      <a:cubicBezTo>
                        <a:pt x="421063" y="121936"/>
                        <a:pt x="433285" y="109599"/>
                        <a:pt x="448527" y="109599"/>
                      </a:cubicBezTo>
                      <a:close/>
                      <a:moveTo>
                        <a:pt x="337332" y="34"/>
                      </a:moveTo>
                      <a:cubicBezTo>
                        <a:pt x="342206" y="-206"/>
                        <a:pt x="347149" y="857"/>
                        <a:pt x="351611" y="3255"/>
                      </a:cubicBezTo>
                      <a:cubicBezTo>
                        <a:pt x="360535" y="7916"/>
                        <a:pt x="366164" y="17236"/>
                        <a:pt x="366164" y="27379"/>
                      </a:cubicBezTo>
                      <a:lnTo>
                        <a:pt x="366164" y="465991"/>
                      </a:lnTo>
                      <a:cubicBezTo>
                        <a:pt x="366164" y="476134"/>
                        <a:pt x="360535" y="485454"/>
                        <a:pt x="351611" y="490114"/>
                      </a:cubicBezTo>
                      <a:cubicBezTo>
                        <a:pt x="347492" y="492307"/>
                        <a:pt x="343099" y="493404"/>
                        <a:pt x="338705" y="493404"/>
                      </a:cubicBezTo>
                      <a:cubicBezTo>
                        <a:pt x="333351" y="493404"/>
                        <a:pt x="327996" y="491896"/>
                        <a:pt x="323466" y="488744"/>
                      </a:cubicBezTo>
                      <a:lnTo>
                        <a:pt x="165577" y="383751"/>
                      </a:lnTo>
                      <a:lnTo>
                        <a:pt x="27459" y="383751"/>
                      </a:lnTo>
                      <a:cubicBezTo>
                        <a:pt x="12357" y="383751"/>
                        <a:pt x="0" y="371415"/>
                        <a:pt x="0" y="356338"/>
                      </a:cubicBezTo>
                      <a:lnTo>
                        <a:pt x="0" y="137032"/>
                      </a:lnTo>
                      <a:cubicBezTo>
                        <a:pt x="0" y="121955"/>
                        <a:pt x="12357" y="109619"/>
                        <a:pt x="27459" y="109619"/>
                      </a:cubicBezTo>
                      <a:lnTo>
                        <a:pt x="165577" y="109619"/>
                      </a:lnTo>
                      <a:lnTo>
                        <a:pt x="323466" y="4626"/>
                      </a:lnTo>
                      <a:cubicBezTo>
                        <a:pt x="327653" y="1816"/>
                        <a:pt x="332458" y="274"/>
                        <a:pt x="337332" y="34"/>
                      </a:cubicBezTo>
                      <a:close/>
                    </a:path>
                  </a:pathLst>
                </a:custGeom>
                <a:solidFill>
                  <a:srgbClr val="2C71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sym typeface="微软雅黑" panose="020B0503020204020204" charset="-122"/>
                  </a:endParaRPr>
                </a:p>
              </p:txBody>
            </p:sp>
          </p:grpSp>
          <p:grpSp>
            <p:nvGrpSpPr>
              <p:cNvPr id="76" name="组合 75"/>
              <p:cNvGrpSpPr/>
              <p:nvPr/>
            </p:nvGrpSpPr>
            <p:grpSpPr>
              <a:xfrm>
                <a:off x="7291" y="7725"/>
                <a:ext cx="1118" cy="1118"/>
                <a:chOff x="7291" y="7725"/>
                <a:chExt cx="1118" cy="1118"/>
              </a:xfrm>
            </p:grpSpPr>
            <p:sp>
              <p:nvSpPr>
                <p:cNvPr id="22" name="微信:2090298045【陈西】公众号：陈西设计之家。微信搜索即可。浏览器搜索：www.1314ppt.com  更多免费PPT模版教程等都可以获取"/>
                <p:cNvSpPr/>
                <p:nvPr>
                  <p:custDataLst>
                    <p:tags r:id="rId7"/>
                  </p:custDataLst>
                </p:nvPr>
              </p:nvSpPr>
              <p:spPr>
                <a:xfrm>
                  <a:off x="7291" y="7725"/>
                  <a:ext cx="1119" cy="1119"/>
                </a:xfrm>
                <a:prstGeom prst="ellipse">
                  <a:avLst/>
                </a:prstGeom>
                <a:gradFill flip="none" rotWithShape="1">
                  <a:gsLst>
                    <a:gs pos="100000">
                      <a:schemeClr val="bg1">
                        <a:lumMod val="95000"/>
                      </a:schemeClr>
                    </a:gs>
                    <a:gs pos="0">
                      <a:schemeClr val="bg1"/>
                    </a:gs>
                  </a:gsLst>
                  <a:lin ang="2700000" scaled="1"/>
                  <a:tileRect/>
                </a:gradFill>
                <a:ln w="6350">
                  <a:gradFill flip="none" rotWithShape="1">
                    <a:gsLst>
                      <a:gs pos="0">
                        <a:schemeClr val="accent3">
                          <a:alpha val="20000"/>
                        </a:schemeClr>
                      </a:gs>
                      <a:gs pos="100000">
                        <a:schemeClr val="accent2">
                          <a:alpha val="0"/>
                        </a:schemeClr>
                      </a:gs>
                    </a:gsLst>
                    <a:lin ang="2700000" scaled="1"/>
                    <a:tileRect/>
                  </a:gradFill>
                </a:ln>
                <a:effectLst>
                  <a:outerShdw blurRad="317500" dist="190500" dir="2700001" sx="98000" sy="98000" algn="tl" rotWithShape="0">
                    <a:srgbClr val="3A8F96">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2530" tIns="61265" rIns="122530" bIns="61265" rtlCol="0" anchor="ctr"/>
                <a:lstStyle/>
                <a:p>
                  <a:pPr algn="ctr"/>
                  <a:endParaRPr lang="zh-CN" altLang="en-US" sz="2400" dirty="0">
                    <a:solidFill>
                      <a:srgbClr val="432015"/>
                    </a:solidFill>
                    <a:latin typeface="微软雅黑" panose="020B0503020204020204" charset="-122"/>
                    <a:ea typeface="微软雅黑" panose="020B0503020204020204" charset="-122"/>
                    <a:sym typeface="微软雅黑" panose="020B0503020204020204" charset="-122"/>
                  </a:endParaRPr>
                </a:p>
              </p:txBody>
            </p:sp>
            <p:sp>
              <p:nvSpPr>
                <p:cNvPr id="23" name="verification_114530"/>
                <p:cNvSpPr/>
                <p:nvPr>
                  <p:custDataLst>
                    <p:tags r:id="rId8"/>
                  </p:custDataLst>
                </p:nvPr>
              </p:nvSpPr>
              <p:spPr>
                <a:xfrm>
                  <a:off x="7546" y="7979"/>
                  <a:ext cx="610" cy="610"/>
                </a:xfrm>
                <a:custGeom>
                  <a:avLst/>
                  <a:gdLst>
                    <a:gd name="connsiteX0" fmla="*/ 450384 w 608556"/>
                    <a:gd name="connsiteY0" fmla="*/ 475611 h 608627"/>
                    <a:gd name="connsiteX1" fmla="*/ 516963 w 608556"/>
                    <a:gd name="connsiteY1" fmla="*/ 542119 h 608627"/>
                    <a:gd name="connsiteX2" fmla="*/ 450384 w 608556"/>
                    <a:gd name="connsiteY2" fmla="*/ 608627 h 608627"/>
                    <a:gd name="connsiteX3" fmla="*/ 383805 w 608556"/>
                    <a:gd name="connsiteY3" fmla="*/ 542119 h 608627"/>
                    <a:gd name="connsiteX4" fmla="*/ 450384 w 608556"/>
                    <a:gd name="connsiteY4" fmla="*/ 475611 h 608627"/>
                    <a:gd name="connsiteX5" fmla="*/ 231208 w 608556"/>
                    <a:gd name="connsiteY5" fmla="*/ 475611 h 608627"/>
                    <a:gd name="connsiteX6" fmla="*/ 297716 w 608556"/>
                    <a:gd name="connsiteY6" fmla="*/ 542119 h 608627"/>
                    <a:gd name="connsiteX7" fmla="*/ 231208 w 608556"/>
                    <a:gd name="connsiteY7" fmla="*/ 608627 h 608627"/>
                    <a:gd name="connsiteX8" fmla="*/ 164700 w 608556"/>
                    <a:gd name="connsiteY8" fmla="*/ 542119 h 608627"/>
                    <a:gd name="connsiteX9" fmla="*/ 231208 w 608556"/>
                    <a:gd name="connsiteY9" fmla="*/ 475611 h 608627"/>
                    <a:gd name="connsiteX10" fmla="*/ 516821 w 608556"/>
                    <a:gd name="connsiteY10" fmla="*/ 86994 h 608627"/>
                    <a:gd name="connsiteX11" fmla="*/ 453513 w 608556"/>
                    <a:gd name="connsiteY11" fmla="*/ 150361 h 608627"/>
                    <a:gd name="connsiteX12" fmla="*/ 427698 w 608556"/>
                    <a:gd name="connsiteY12" fmla="*/ 124431 h 608627"/>
                    <a:gd name="connsiteX13" fmla="*/ 404495 w 608556"/>
                    <a:gd name="connsiteY13" fmla="*/ 147599 h 608627"/>
                    <a:gd name="connsiteX14" fmla="*/ 453513 w 608556"/>
                    <a:gd name="connsiteY14" fmla="*/ 196543 h 608627"/>
                    <a:gd name="connsiteX15" fmla="*/ 540023 w 608556"/>
                    <a:gd name="connsiteY15" fmla="*/ 110162 h 608627"/>
                    <a:gd name="connsiteX16" fmla="*/ 21969 w 608556"/>
                    <a:gd name="connsiteY16" fmla="*/ 1835 h 608627"/>
                    <a:gd name="connsiteX17" fmla="*/ 141035 w 608556"/>
                    <a:gd name="connsiteY17" fmla="*/ 42643 h 608627"/>
                    <a:gd name="connsiteX18" fmla="*/ 163005 w 608556"/>
                    <a:gd name="connsiteY18" fmla="*/ 136994 h 608627"/>
                    <a:gd name="connsiteX19" fmla="*/ 303272 w 608556"/>
                    <a:gd name="connsiteY19" fmla="*/ 136994 h 608627"/>
                    <a:gd name="connsiteX20" fmla="*/ 352742 w 608556"/>
                    <a:gd name="connsiteY20" fmla="*/ 255277 h 608627"/>
                    <a:gd name="connsiteX21" fmla="*/ 472268 w 608556"/>
                    <a:gd name="connsiteY21" fmla="*/ 304830 h 608627"/>
                    <a:gd name="connsiteX22" fmla="*/ 553233 w 608556"/>
                    <a:gd name="connsiteY22" fmla="*/ 283965 h 608627"/>
                    <a:gd name="connsiteX23" fmla="*/ 518051 w 608556"/>
                    <a:gd name="connsiteY23" fmla="*/ 439835 h 608627"/>
                    <a:gd name="connsiteX24" fmla="*/ 163619 w 608556"/>
                    <a:gd name="connsiteY24" fmla="*/ 439835 h 608627"/>
                    <a:gd name="connsiteX25" fmla="*/ 143186 w 608556"/>
                    <a:gd name="connsiteY25" fmla="*/ 349934 h 608627"/>
                    <a:gd name="connsiteX26" fmla="*/ 83730 w 608556"/>
                    <a:gd name="connsiteY26" fmla="*/ 94344 h 608627"/>
                    <a:gd name="connsiteX27" fmla="*/ 0 w 608556"/>
                    <a:gd name="connsiteY27" fmla="*/ 65656 h 608627"/>
                    <a:gd name="connsiteX28" fmla="*/ 472259 w 608556"/>
                    <a:gd name="connsiteY28" fmla="*/ 0 h 608627"/>
                    <a:gd name="connsiteX29" fmla="*/ 608556 w 608556"/>
                    <a:gd name="connsiteY29" fmla="*/ 136092 h 608627"/>
                    <a:gd name="connsiteX30" fmla="*/ 472259 w 608556"/>
                    <a:gd name="connsiteY30" fmla="*/ 272030 h 608627"/>
                    <a:gd name="connsiteX31" fmla="*/ 335962 w 608556"/>
                    <a:gd name="connsiteY31" fmla="*/ 135938 h 608627"/>
                    <a:gd name="connsiteX32" fmla="*/ 472259 w 608556"/>
                    <a:gd name="connsiteY32" fmla="*/ 0 h 6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8556" h="608627">
                      <a:moveTo>
                        <a:pt x="450384" y="475611"/>
                      </a:moveTo>
                      <a:cubicBezTo>
                        <a:pt x="487155" y="475611"/>
                        <a:pt x="516963" y="505388"/>
                        <a:pt x="516963" y="542119"/>
                      </a:cubicBezTo>
                      <a:cubicBezTo>
                        <a:pt x="516963" y="578850"/>
                        <a:pt x="487155" y="608627"/>
                        <a:pt x="450384" y="608627"/>
                      </a:cubicBezTo>
                      <a:cubicBezTo>
                        <a:pt x="413613" y="608627"/>
                        <a:pt x="383805" y="578850"/>
                        <a:pt x="383805" y="542119"/>
                      </a:cubicBezTo>
                      <a:cubicBezTo>
                        <a:pt x="383805" y="505388"/>
                        <a:pt x="413613" y="475611"/>
                        <a:pt x="450384" y="475611"/>
                      </a:cubicBezTo>
                      <a:close/>
                      <a:moveTo>
                        <a:pt x="231208" y="475611"/>
                      </a:moveTo>
                      <a:cubicBezTo>
                        <a:pt x="267939" y="475611"/>
                        <a:pt x="297716" y="505388"/>
                        <a:pt x="297716" y="542119"/>
                      </a:cubicBezTo>
                      <a:cubicBezTo>
                        <a:pt x="297716" y="578850"/>
                        <a:pt x="267939" y="608627"/>
                        <a:pt x="231208" y="608627"/>
                      </a:cubicBezTo>
                      <a:cubicBezTo>
                        <a:pt x="194477" y="608627"/>
                        <a:pt x="164700" y="578850"/>
                        <a:pt x="164700" y="542119"/>
                      </a:cubicBezTo>
                      <a:cubicBezTo>
                        <a:pt x="164700" y="505388"/>
                        <a:pt x="194477" y="475611"/>
                        <a:pt x="231208" y="475611"/>
                      </a:cubicBezTo>
                      <a:close/>
                      <a:moveTo>
                        <a:pt x="516821" y="86994"/>
                      </a:moveTo>
                      <a:lnTo>
                        <a:pt x="453513" y="150361"/>
                      </a:lnTo>
                      <a:lnTo>
                        <a:pt x="427698" y="124431"/>
                      </a:lnTo>
                      <a:lnTo>
                        <a:pt x="404495" y="147599"/>
                      </a:lnTo>
                      <a:lnTo>
                        <a:pt x="453513" y="196543"/>
                      </a:lnTo>
                      <a:lnTo>
                        <a:pt x="540023" y="110162"/>
                      </a:lnTo>
                      <a:close/>
                      <a:moveTo>
                        <a:pt x="21969" y="1835"/>
                      </a:moveTo>
                      <a:lnTo>
                        <a:pt x="141035" y="42643"/>
                      </a:lnTo>
                      <a:lnTo>
                        <a:pt x="163005" y="136994"/>
                      </a:lnTo>
                      <a:lnTo>
                        <a:pt x="303272" y="136994"/>
                      </a:lnTo>
                      <a:cubicBezTo>
                        <a:pt x="303579" y="181637"/>
                        <a:pt x="321093" y="223673"/>
                        <a:pt x="352742" y="255277"/>
                      </a:cubicBezTo>
                      <a:cubicBezTo>
                        <a:pt x="384698" y="287187"/>
                        <a:pt x="427100" y="304676"/>
                        <a:pt x="472268" y="304830"/>
                      </a:cubicBezTo>
                      <a:cubicBezTo>
                        <a:pt x="501612" y="304830"/>
                        <a:pt x="529266" y="297159"/>
                        <a:pt x="553233" y="283965"/>
                      </a:cubicBezTo>
                      <a:lnTo>
                        <a:pt x="518051" y="439835"/>
                      </a:lnTo>
                      <a:lnTo>
                        <a:pt x="163619" y="439835"/>
                      </a:lnTo>
                      <a:lnTo>
                        <a:pt x="143186" y="349934"/>
                      </a:lnTo>
                      <a:lnTo>
                        <a:pt x="83730" y="94344"/>
                      </a:lnTo>
                      <a:lnTo>
                        <a:pt x="0" y="65656"/>
                      </a:lnTo>
                      <a:close/>
                      <a:moveTo>
                        <a:pt x="472259" y="0"/>
                      </a:moveTo>
                      <a:cubicBezTo>
                        <a:pt x="547553" y="0"/>
                        <a:pt x="608556" y="60911"/>
                        <a:pt x="608556" y="136092"/>
                      </a:cubicBezTo>
                      <a:cubicBezTo>
                        <a:pt x="608402" y="211119"/>
                        <a:pt x="547399" y="272030"/>
                        <a:pt x="472259" y="272030"/>
                      </a:cubicBezTo>
                      <a:cubicBezTo>
                        <a:pt x="396965" y="272030"/>
                        <a:pt x="335962" y="211119"/>
                        <a:pt x="335962" y="135938"/>
                      </a:cubicBezTo>
                      <a:cubicBezTo>
                        <a:pt x="335962" y="60911"/>
                        <a:pt x="396965" y="0"/>
                        <a:pt x="472259" y="0"/>
                      </a:cubicBezTo>
                      <a:close/>
                    </a:path>
                  </a:pathLst>
                </a:custGeom>
                <a:solidFill>
                  <a:srgbClr val="2C71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sym typeface="微软雅黑" panose="020B0503020204020204" charset="-122"/>
                  </a:endParaRPr>
                </a:p>
              </p:txBody>
            </p:sp>
          </p:grpSp>
          <p:grpSp>
            <p:nvGrpSpPr>
              <p:cNvPr id="74" name="组合 73"/>
              <p:cNvGrpSpPr/>
              <p:nvPr/>
            </p:nvGrpSpPr>
            <p:grpSpPr>
              <a:xfrm>
                <a:off x="10586" y="7725"/>
                <a:ext cx="1118" cy="1118"/>
                <a:chOff x="10586" y="7725"/>
                <a:chExt cx="1118" cy="1118"/>
              </a:xfrm>
            </p:grpSpPr>
            <p:sp>
              <p:nvSpPr>
                <p:cNvPr id="27" name="微信:2090298045【陈西】公众号：陈西设计之家。微信搜索即可。浏览器搜索：www.1314ppt.com  更多免费PPT模版教程等都可以获取椭圆 31"/>
                <p:cNvSpPr/>
                <p:nvPr>
                  <p:custDataLst>
                    <p:tags r:id="rId5"/>
                  </p:custDataLst>
                </p:nvPr>
              </p:nvSpPr>
              <p:spPr>
                <a:xfrm flipH="1">
                  <a:off x="10586" y="7725"/>
                  <a:ext cx="1119" cy="1119"/>
                </a:xfrm>
                <a:prstGeom prst="ellipse">
                  <a:avLst/>
                </a:prstGeom>
                <a:gradFill flip="none" rotWithShape="1">
                  <a:gsLst>
                    <a:gs pos="100000">
                      <a:schemeClr val="bg1">
                        <a:lumMod val="95000"/>
                      </a:schemeClr>
                    </a:gs>
                    <a:gs pos="0">
                      <a:schemeClr val="bg1"/>
                    </a:gs>
                  </a:gsLst>
                  <a:lin ang="2700000" scaled="1"/>
                  <a:tileRect/>
                </a:gradFill>
                <a:ln w="6350">
                  <a:gradFill flip="none" rotWithShape="1">
                    <a:gsLst>
                      <a:gs pos="0">
                        <a:schemeClr val="accent3">
                          <a:alpha val="20000"/>
                        </a:schemeClr>
                      </a:gs>
                      <a:gs pos="100000">
                        <a:schemeClr val="accent2">
                          <a:alpha val="0"/>
                        </a:schemeClr>
                      </a:gs>
                    </a:gsLst>
                    <a:lin ang="2700000" scaled="1"/>
                    <a:tileRect/>
                  </a:gradFill>
                </a:ln>
                <a:effectLst>
                  <a:outerShdw blurRad="317500" dist="190500" dir="2700001" sx="98000" sy="98000" algn="tl" rotWithShape="0">
                    <a:srgbClr val="3A8F96">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2530" tIns="61265" rIns="122530" bIns="61265" rtlCol="0" anchor="ctr"/>
                <a:lstStyle/>
                <a:p>
                  <a:endParaRPr lang="zh-CN" altLang="en-US" sz="2400" dirty="0">
                    <a:solidFill>
                      <a:srgbClr val="432015"/>
                    </a:solidFill>
                    <a:latin typeface="微软雅黑" panose="020B0503020204020204" charset="-122"/>
                    <a:ea typeface="微软雅黑" panose="020B0503020204020204" charset="-122"/>
                    <a:sym typeface="微软雅黑" panose="020B0503020204020204" charset="-122"/>
                  </a:endParaRPr>
                </a:p>
              </p:txBody>
            </p:sp>
            <p:sp>
              <p:nvSpPr>
                <p:cNvPr id="28" name="weight_117358"/>
                <p:cNvSpPr/>
                <p:nvPr>
                  <p:custDataLst>
                    <p:tags r:id="rId6"/>
                  </p:custDataLst>
                </p:nvPr>
              </p:nvSpPr>
              <p:spPr>
                <a:xfrm>
                  <a:off x="10840" y="7979"/>
                  <a:ext cx="610" cy="610"/>
                </a:xfrm>
                <a:custGeom>
                  <a:avLst/>
                  <a:gdLst>
                    <a:gd name="connsiteX0" fmla="*/ 100767 w 581370"/>
                    <a:gd name="connsiteY0" fmla="*/ 232584 h 580612"/>
                    <a:gd name="connsiteX1" fmla="*/ 149183 w 581370"/>
                    <a:gd name="connsiteY1" fmla="*/ 232584 h 580612"/>
                    <a:gd name="connsiteX2" fmla="*/ 149183 w 581370"/>
                    <a:gd name="connsiteY2" fmla="*/ 491117 h 580612"/>
                    <a:gd name="connsiteX3" fmla="*/ 557251 w 581370"/>
                    <a:gd name="connsiteY3" fmla="*/ 491117 h 580612"/>
                    <a:gd name="connsiteX4" fmla="*/ 581370 w 581370"/>
                    <a:gd name="connsiteY4" fmla="*/ 515468 h 580612"/>
                    <a:gd name="connsiteX5" fmla="*/ 557162 w 581370"/>
                    <a:gd name="connsiteY5" fmla="*/ 539642 h 580612"/>
                    <a:gd name="connsiteX6" fmla="*/ 532064 w 581370"/>
                    <a:gd name="connsiteY6" fmla="*/ 539642 h 580612"/>
                    <a:gd name="connsiteX7" fmla="*/ 532064 w 581370"/>
                    <a:gd name="connsiteY7" fmla="*/ 556439 h 580612"/>
                    <a:gd name="connsiteX8" fmla="*/ 507856 w 581370"/>
                    <a:gd name="connsiteY8" fmla="*/ 580612 h 580612"/>
                    <a:gd name="connsiteX9" fmla="*/ 483647 w 581370"/>
                    <a:gd name="connsiteY9" fmla="*/ 556439 h 580612"/>
                    <a:gd name="connsiteX10" fmla="*/ 483647 w 581370"/>
                    <a:gd name="connsiteY10" fmla="*/ 539642 h 580612"/>
                    <a:gd name="connsiteX11" fmla="*/ 226258 w 581370"/>
                    <a:gd name="connsiteY11" fmla="*/ 539642 h 580612"/>
                    <a:gd name="connsiteX12" fmla="*/ 226258 w 581370"/>
                    <a:gd name="connsiteY12" fmla="*/ 556439 h 580612"/>
                    <a:gd name="connsiteX13" fmla="*/ 202050 w 581370"/>
                    <a:gd name="connsiteY13" fmla="*/ 580612 h 580612"/>
                    <a:gd name="connsiteX14" fmla="*/ 177841 w 581370"/>
                    <a:gd name="connsiteY14" fmla="*/ 556439 h 580612"/>
                    <a:gd name="connsiteX15" fmla="*/ 177841 w 581370"/>
                    <a:gd name="connsiteY15" fmla="*/ 539642 h 580612"/>
                    <a:gd name="connsiteX16" fmla="*/ 124975 w 581370"/>
                    <a:gd name="connsiteY16" fmla="*/ 539642 h 580612"/>
                    <a:gd name="connsiteX17" fmla="*/ 100767 w 581370"/>
                    <a:gd name="connsiteY17" fmla="*/ 515468 h 580612"/>
                    <a:gd name="connsiteX18" fmla="*/ 267517 w 581370"/>
                    <a:gd name="connsiteY18" fmla="*/ 226091 h 580612"/>
                    <a:gd name="connsiteX19" fmla="*/ 508069 w 581370"/>
                    <a:gd name="connsiteY19" fmla="*/ 226091 h 580612"/>
                    <a:gd name="connsiteX20" fmla="*/ 532275 w 581370"/>
                    <a:gd name="connsiteY20" fmla="*/ 250267 h 580612"/>
                    <a:gd name="connsiteX21" fmla="*/ 532275 w 581370"/>
                    <a:gd name="connsiteY21" fmla="*/ 424478 h 580612"/>
                    <a:gd name="connsiteX22" fmla="*/ 508069 w 581370"/>
                    <a:gd name="connsiteY22" fmla="*/ 448654 h 580612"/>
                    <a:gd name="connsiteX23" fmla="*/ 267517 w 581370"/>
                    <a:gd name="connsiteY23" fmla="*/ 448654 h 580612"/>
                    <a:gd name="connsiteX24" fmla="*/ 243310 w 581370"/>
                    <a:gd name="connsiteY24" fmla="*/ 424478 h 580612"/>
                    <a:gd name="connsiteX25" fmla="*/ 243310 w 581370"/>
                    <a:gd name="connsiteY25" fmla="*/ 250267 h 580612"/>
                    <a:gd name="connsiteX26" fmla="*/ 267517 w 581370"/>
                    <a:gd name="connsiteY26" fmla="*/ 226091 h 580612"/>
                    <a:gd name="connsiteX27" fmla="*/ 57418 w 581370"/>
                    <a:gd name="connsiteY27" fmla="*/ 0 h 580612"/>
                    <a:gd name="connsiteX28" fmla="*/ 193442 w 581370"/>
                    <a:gd name="connsiteY28" fmla="*/ 0 h 580612"/>
                    <a:gd name="connsiteX29" fmla="*/ 250860 w 581370"/>
                    <a:gd name="connsiteY29" fmla="*/ 57327 h 580612"/>
                    <a:gd name="connsiteX30" fmla="*/ 250860 w 581370"/>
                    <a:gd name="connsiteY30" fmla="*/ 126919 h 580612"/>
                    <a:gd name="connsiteX31" fmla="*/ 193442 w 581370"/>
                    <a:gd name="connsiteY31" fmla="*/ 184157 h 580612"/>
                    <a:gd name="connsiteX32" fmla="*/ 57418 w 581370"/>
                    <a:gd name="connsiteY32" fmla="*/ 184157 h 580612"/>
                    <a:gd name="connsiteX33" fmla="*/ 0 w 581370"/>
                    <a:gd name="connsiteY33" fmla="*/ 126741 h 580612"/>
                    <a:gd name="connsiteX34" fmla="*/ 0 w 581370"/>
                    <a:gd name="connsiteY34" fmla="*/ 57327 h 580612"/>
                    <a:gd name="connsiteX35" fmla="*/ 57418 w 581370"/>
                    <a:gd name="connsiteY35" fmla="*/ 0 h 58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81370" h="580612">
                      <a:moveTo>
                        <a:pt x="100767" y="232584"/>
                      </a:moveTo>
                      <a:lnTo>
                        <a:pt x="149183" y="232584"/>
                      </a:lnTo>
                      <a:lnTo>
                        <a:pt x="149183" y="491117"/>
                      </a:lnTo>
                      <a:lnTo>
                        <a:pt x="557251" y="491117"/>
                      </a:lnTo>
                      <a:cubicBezTo>
                        <a:pt x="570690" y="491117"/>
                        <a:pt x="581459" y="502048"/>
                        <a:pt x="581370" y="515468"/>
                      </a:cubicBezTo>
                      <a:cubicBezTo>
                        <a:pt x="581370" y="528799"/>
                        <a:pt x="570512" y="539642"/>
                        <a:pt x="557162" y="539642"/>
                      </a:cubicBezTo>
                      <a:lnTo>
                        <a:pt x="532064" y="539642"/>
                      </a:lnTo>
                      <a:lnTo>
                        <a:pt x="532064" y="556439"/>
                      </a:lnTo>
                      <a:cubicBezTo>
                        <a:pt x="532064" y="569859"/>
                        <a:pt x="521295" y="580612"/>
                        <a:pt x="507856" y="580612"/>
                      </a:cubicBezTo>
                      <a:cubicBezTo>
                        <a:pt x="494505" y="580612"/>
                        <a:pt x="483647" y="569859"/>
                        <a:pt x="483647" y="556439"/>
                      </a:cubicBezTo>
                      <a:lnTo>
                        <a:pt x="483647" y="539642"/>
                      </a:lnTo>
                      <a:lnTo>
                        <a:pt x="226258" y="539642"/>
                      </a:lnTo>
                      <a:lnTo>
                        <a:pt x="226258" y="556439"/>
                      </a:lnTo>
                      <a:cubicBezTo>
                        <a:pt x="226258" y="569859"/>
                        <a:pt x="215489" y="580612"/>
                        <a:pt x="202050" y="580612"/>
                      </a:cubicBezTo>
                      <a:cubicBezTo>
                        <a:pt x="188700" y="580612"/>
                        <a:pt x="177841" y="569859"/>
                        <a:pt x="177841" y="556439"/>
                      </a:cubicBezTo>
                      <a:lnTo>
                        <a:pt x="177841" y="539642"/>
                      </a:lnTo>
                      <a:lnTo>
                        <a:pt x="124975" y="539642"/>
                      </a:lnTo>
                      <a:cubicBezTo>
                        <a:pt x="111536" y="539642"/>
                        <a:pt x="100767" y="528799"/>
                        <a:pt x="100767" y="515468"/>
                      </a:cubicBezTo>
                      <a:close/>
                      <a:moveTo>
                        <a:pt x="267517" y="226091"/>
                      </a:moveTo>
                      <a:lnTo>
                        <a:pt x="508069" y="226091"/>
                      </a:lnTo>
                      <a:cubicBezTo>
                        <a:pt x="521418" y="226091"/>
                        <a:pt x="532275" y="236846"/>
                        <a:pt x="532275" y="250267"/>
                      </a:cubicBezTo>
                      <a:lnTo>
                        <a:pt x="532275" y="424478"/>
                      </a:lnTo>
                      <a:cubicBezTo>
                        <a:pt x="532275" y="437811"/>
                        <a:pt x="521418" y="448654"/>
                        <a:pt x="508069" y="448654"/>
                      </a:cubicBezTo>
                      <a:lnTo>
                        <a:pt x="267517" y="448654"/>
                      </a:lnTo>
                      <a:cubicBezTo>
                        <a:pt x="254078" y="448654"/>
                        <a:pt x="243310" y="437811"/>
                        <a:pt x="243310" y="424478"/>
                      </a:cubicBezTo>
                      <a:lnTo>
                        <a:pt x="243310" y="250267"/>
                      </a:lnTo>
                      <a:cubicBezTo>
                        <a:pt x="243310" y="236935"/>
                        <a:pt x="254078" y="226091"/>
                        <a:pt x="267517" y="226091"/>
                      </a:cubicBezTo>
                      <a:close/>
                      <a:moveTo>
                        <a:pt x="57418" y="0"/>
                      </a:moveTo>
                      <a:lnTo>
                        <a:pt x="193442" y="0"/>
                      </a:lnTo>
                      <a:cubicBezTo>
                        <a:pt x="225133" y="0"/>
                        <a:pt x="250860" y="25686"/>
                        <a:pt x="250860" y="57327"/>
                      </a:cubicBezTo>
                      <a:lnTo>
                        <a:pt x="250860" y="126919"/>
                      </a:lnTo>
                      <a:cubicBezTo>
                        <a:pt x="250860" y="158560"/>
                        <a:pt x="225133" y="184246"/>
                        <a:pt x="193442" y="184157"/>
                      </a:cubicBezTo>
                      <a:lnTo>
                        <a:pt x="57418" y="184157"/>
                      </a:lnTo>
                      <a:cubicBezTo>
                        <a:pt x="25727" y="184157"/>
                        <a:pt x="0" y="158382"/>
                        <a:pt x="0" y="126741"/>
                      </a:cubicBezTo>
                      <a:lnTo>
                        <a:pt x="0" y="57327"/>
                      </a:lnTo>
                      <a:cubicBezTo>
                        <a:pt x="0" y="25686"/>
                        <a:pt x="25727" y="0"/>
                        <a:pt x="57418" y="0"/>
                      </a:cubicBezTo>
                      <a:close/>
                    </a:path>
                  </a:pathLst>
                </a:custGeom>
                <a:solidFill>
                  <a:srgbClr val="2C71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sym typeface="微软雅黑" panose="020B0503020204020204" charset="-122"/>
                  </a:endParaRPr>
                </a:p>
              </p:txBody>
            </p:sp>
          </p:grpSp>
        </p:grpSp>
        <p:sp>
          <p:nvSpPr>
            <p:cNvPr id="29" name="文本框 28"/>
            <p:cNvSpPr txBox="1"/>
            <p:nvPr>
              <p:custDataLst>
                <p:tags r:id="rId1"/>
              </p:custDataLst>
            </p:nvPr>
          </p:nvSpPr>
          <p:spPr>
            <a:xfrm>
              <a:off x="849" y="1987"/>
              <a:ext cx="17845" cy="612"/>
            </a:xfrm>
            <a:prstGeom prst="rect">
              <a:avLst/>
            </a:prstGeom>
          </p:spPr>
          <p:txBody>
            <a:bodyPr wrap="square">
              <a:noAutofit/>
            </a:bodyPr>
            <a:lstStyle>
              <a:defPPr>
                <a:defRPr lang="zh-CN"/>
              </a:defPPr>
              <a:lvl1pPr>
                <a:lnSpc>
                  <a:spcPct val="150000"/>
                </a:lnSpc>
                <a:buClr>
                  <a:srgbClr val="E72525"/>
                </a:buClr>
                <a:defRPr sz="1400" kern="0">
                  <a:solidFill>
                    <a:schemeClr val="tx1">
                      <a:lumMod val="65000"/>
                      <a:lumOff val="35000"/>
                    </a:schemeClr>
                  </a:solidFill>
                  <a:latin typeface="思源黑体 CN Normal" panose="020B0400000000000000" charset="-122"/>
                  <a:ea typeface="思源黑体 CN Normal" panose="020B0400000000000000" charset="-122"/>
                </a:defRPr>
              </a:lvl1pPr>
            </a:lstStyle>
            <a:p>
              <a:r>
                <a:rPr lang="zh-CN" altLang="en-US" dirty="0">
                  <a:solidFill>
                    <a:schemeClr val="tx1"/>
                  </a:solidFill>
                  <a:latin typeface="微软雅黑" panose="020B0503020204020204" charset="-122"/>
                  <a:ea typeface="微软雅黑" panose="020B0503020204020204" charset="-122"/>
                  <a:sym typeface="微软雅黑" panose="020B0503020204020204" charset="-122"/>
                </a:rPr>
                <a:t>在这里输入你的正文阐述与关键词标题相关的具体内容，若字数太多酌情删减文案在这里输入你的正文阐述与关键词标题相关的具体内</a:t>
              </a:r>
            </a:p>
          </p:txBody>
        </p:sp>
      </p:grpSp>
      <p:sp>
        <p:nvSpPr>
          <p:cNvPr id="33" name="文本框 32"/>
          <p:cNvSpPr txBox="1"/>
          <p:nvPr/>
        </p:nvSpPr>
        <p:spPr>
          <a:xfrm>
            <a:off x="8785860" y="7137400"/>
            <a:ext cx="309880" cy="368300"/>
          </a:xfrm>
          <a:prstGeom prst="rect">
            <a:avLst/>
          </a:prstGeom>
          <a:noFill/>
        </p:spPr>
        <p:txBody>
          <a:bodyPr wrap="none" rtlCol="0">
            <a:spAutoFit/>
          </a:bodyPr>
          <a:lstStyle/>
          <a:p>
            <a:endParaRPr lang="zh-CN" altLang="en-US"/>
          </a:p>
        </p:txBody>
      </p:sp>
      <p:pic>
        <p:nvPicPr>
          <p:cNvPr id="2" name="图片 1" descr="清华大学&amp;北京清华长庚医院logo-左右横排版"/>
          <p:cNvPicPr>
            <a:picLocks noChangeAspect="1"/>
          </p:cNvPicPr>
          <p:nvPr/>
        </p:nvPicPr>
        <p:blipFill>
          <a:blip r:embed="rId22"/>
          <a:stretch>
            <a:fillRect/>
          </a:stretch>
        </p:blipFill>
        <p:spPr>
          <a:xfrm>
            <a:off x="9343390" y="148590"/>
            <a:ext cx="2664460" cy="4578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未标题-1"/>
          <p:cNvPicPr>
            <a:picLocks noChangeAspect="1"/>
          </p:cNvPicPr>
          <p:nvPr/>
        </p:nvPicPr>
        <p:blipFill>
          <a:blip r:embed="rId22">
            <a:alphaModFix amt="5000"/>
          </a:blip>
          <a:stretch>
            <a:fillRect/>
          </a:stretch>
        </p:blipFill>
        <p:spPr>
          <a:xfrm>
            <a:off x="3676650" y="1160145"/>
            <a:ext cx="4838700" cy="4988560"/>
          </a:xfrm>
          <a:prstGeom prst="rect">
            <a:avLst/>
          </a:prstGeom>
        </p:spPr>
      </p:pic>
      <p:sp>
        <p:nvSpPr>
          <p:cNvPr id="7" name="单圆角矩形 6"/>
          <p:cNvSpPr/>
          <p:nvPr/>
        </p:nvSpPr>
        <p:spPr>
          <a:xfrm rot="10800000" flipH="1">
            <a:off x="635" y="-1270"/>
            <a:ext cx="12191365" cy="740410"/>
          </a:xfrm>
          <a:prstGeom prst="round1Rect">
            <a:avLst>
              <a:gd name="adj" fmla="val 27506"/>
            </a:avLst>
          </a:prstGeom>
          <a:gradFill>
            <a:gsLst>
              <a:gs pos="74000">
                <a:srgbClr val="6AAA9A">
                  <a:alpha val="46000"/>
                </a:srgbClr>
              </a:gs>
              <a:gs pos="100000">
                <a:srgbClr val="7AB39B">
                  <a:alpha val="33000"/>
                </a:srgbClr>
              </a:gs>
              <a:gs pos="47000">
                <a:srgbClr val="5AA199">
                  <a:alpha val="75000"/>
                </a:srgbClr>
              </a:gs>
              <a:gs pos="15000">
                <a:srgbClr val="398F96">
                  <a:alpha val="10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13995" y="77470"/>
            <a:ext cx="10847705" cy="583565"/>
          </a:xfrm>
          <a:prstGeom prst="rect">
            <a:avLst/>
          </a:prstGeom>
          <a:noFill/>
        </p:spPr>
        <p:txBody>
          <a:bodyPr wrap="square" rtlCol="0">
            <a:spAutoFit/>
          </a:bodyPr>
          <a:lstStyle/>
          <a:p>
            <a:r>
              <a:rPr lang="zh-CN" sz="3200" b="1">
                <a:solidFill>
                  <a:schemeClr val="bg1"/>
                </a:solidFill>
                <a:latin typeface="微软雅黑" panose="020B0503020204020204" charset="-122"/>
                <a:ea typeface="微软雅黑" panose="020B0503020204020204" charset="-122"/>
                <a:sym typeface="+mn-ea"/>
              </a:rPr>
              <a:t>此处输入小标题</a:t>
            </a:r>
            <a:endParaRPr lang="zh-CN" altLang="en-US" sz="3200" b="1">
              <a:solidFill>
                <a:schemeClr val="bg1"/>
              </a:solidFill>
              <a:latin typeface="微软雅黑" panose="020B0503020204020204" charset="-122"/>
              <a:ea typeface="微软雅黑" panose="020B0503020204020204" charset="-122"/>
            </a:endParaRPr>
          </a:p>
        </p:txBody>
      </p:sp>
      <p:sp>
        <p:nvSpPr>
          <p:cNvPr id="65" name="圆角矩形 4"/>
          <p:cNvSpPr/>
          <p:nvPr>
            <p:custDataLst>
              <p:tags r:id="rId1"/>
            </p:custDataLst>
          </p:nvPr>
        </p:nvSpPr>
        <p:spPr>
          <a:xfrm>
            <a:off x="565150" y="1459230"/>
            <a:ext cx="2300605" cy="2300605"/>
          </a:xfrm>
          <a:prstGeom prst="roundRect">
            <a:avLst>
              <a:gd name="adj" fmla="val 9991"/>
            </a:avLst>
          </a:prstGeom>
          <a:gradFill flip="none" rotWithShape="1">
            <a:gsLst>
              <a:gs pos="0">
                <a:srgbClr val="3A8F96"/>
              </a:gs>
              <a:gs pos="50000">
                <a:srgbClr val="7AB39B"/>
              </a:gs>
              <a:gs pos="100000">
                <a:srgbClr val="8BBD9C"/>
              </a:gs>
            </a:gsLst>
            <a:lin ang="16200000" scaled="1"/>
            <a:tileRect/>
          </a:gradFill>
          <a:ln w="7206" cap="flat">
            <a:noFill/>
            <a:prstDash val="solid"/>
            <a:miter/>
          </a:ln>
          <a:effectLst>
            <a:outerShdw blurRad="127000" dist="63500" dir="5400000" algn="t" rotWithShape="0">
              <a:srgbClr val="3A8F96">
                <a:alpha val="4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20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67" name="圆角矩形 5"/>
          <p:cNvSpPr/>
          <p:nvPr>
            <p:custDataLst>
              <p:tags r:id="rId2"/>
            </p:custDataLst>
          </p:nvPr>
        </p:nvSpPr>
        <p:spPr>
          <a:xfrm>
            <a:off x="2940050" y="1459230"/>
            <a:ext cx="2300605" cy="2300605"/>
          </a:xfrm>
          <a:prstGeom prst="roundRect">
            <a:avLst>
              <a:gd name="adj" fmla="val 9991"/>
            </a:avLst>
          </a:prstGeom>
          <a:blipFill rotWithShape="1">
            <a:blip r:embed="rId2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思源黑体 CN Normal" panose="020B0400000000000000" charset="-122"/>
              <a:sym typeface="微软雅黑" panose="020B0503020204020204" charset="-122"/>
            </a:endParaRPr>
          </a:p>
        </p:txBody>
      </p:sp>
      <p:sp>
        <p:nvSpPr>
          <p:cNvPr id="75" name="圆角矩形 6"/>
          <p:cNvSpPr/>
          <p:nvPr>
            <p:custDataLst>
              <p:tags r:id="rId3"/>
            </p:custDataLst>
          </p:nvPr>
        </p:nvSpPr>
        <p:spPr>
          <a:xfrm>
            <a:off x="565150" y="3850005"/>
            <a:ext cx="2300605" cy="2300605"/>
          </a:xfrm>
          <a:prstGeom prst="roundRect">
            <a:avLst>
              <a:gd name="adj" fmla="val 9991"/>
            </a:avLst>
          </a:prstGeom>
          <a:blipFill rotWithShape="1">
            <a:blip r:embed="rId2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思源黑体 CN Normal" panose="020B0400000000000000" charset="-122"/>
              <a:sym typeface="微软雅黑" panose="020B0503020204020204" charset="-122"/>
            </a:endParaRPr>
          </a:p>
        </p:txBody>
      </p:sp>
      <p:sp>
        <p:nvSpPr>
          <p:cNvPr id="79" name="文本框 78"/>
          <p:cNvSpPr txBox="1"/>
          <p:nvPr>
            <p:custDataLst>
              <p:tags r:id="rId4"/>
            </p:custDataLst>
          </p:nvPr>
        </p:nvSpPr>
        <p:spPr>
          <a:xfrm>
            <a:off x="5789930" y="2210435"/>
            <a:ext cx="5842000" cy="1336675"/>
          </a:xfrm>
          <a:prstGeom prst="rect">
            <a:avLst/>
          </a:prstGeom>
          <a:noFill/>
        </p:spPr>
        <p:txBody>
          <a:bodyPr wrap="square" rtlCol="0">
            <a:noAutofit/>
          </a:bodyPr>
          <a:lstStyle/>
          <a:p>
            <a:pPr fontAlgn="auto">
              <a:lnSpc>
                <a:spcPct val="150000"/>
              </a:lnSpc>
            </a:pPr>
            <a:r>
              <a:rPr lang="zh-CN" altLang="en-US" sz="14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单击此处输入你的正文，文字是您思想的提炼，为了最终演示发布的良好效果，请尽量言简意赅的阐述观点；根据需要可酌情增减文字，以便观者可以准确理解您所传达的信息。</a:t>
            </a:r>
          </a:p>
        </p:txBody>
      </p:sp>
      <p:sp>
        <p:nvSpPr>
          <p:cNvPr id="80" name="文本框 79"/>
          <p:cNvSpPr txBox="1"/>
          <p:nvPr>
            <p:custDataLst>
              <p:tags r:id="rId5"/>
            </p:custDataLst>
          </p:nvPr>
        </p:nvSpPr>
        <p:spPr>
          <a:xfrm>
            <a:off x="5855970" y="1595755"/>
            <a:ext cx="5594985" cy="556260"/>
          </a:xfrm>
          <a:prstGeom prst="rect">
            <a:avLst/>
          </a:prstGeom>
          <a:noFill/>
        </p:spPr>
        <p:txBody>
          <a:bodyPr wrap="square" rtlCol="0">
            <a:noAutofit/>
          </a:bodyPr>
          <a:lstStyle/>
          <a:p>
            <a:pPr algn="l"/>
            <a:r>
              <a:rPr lang="zh-CN" altLang="en-US" sz="2800" b="1" spc="100" dirty="0">
                <a:solidFill>
                  <a:schemeClr val="tx1"/>
                </a:solidFill>
                <a:uFillTx/>
                <a:latin typeface="微软雅黑" panose="020B0503020204020204" charset="-122"/>
                <a:ea typeface="微软雅黑" panose="020B0503020204020204" charset="-122"/>
                <a:cs typeface="+mn-ea"/>
                <a:sym typeface="微软雅黑" panose="020B0503020204020204" charset="-122"/>
              </a:rPr>
              <a:t>单击此处添加大标题内容</a:t>
            </a:r>
          </a:p>
        </p:txBody>
      </p:sp>
      <p:sp>
        <p:nvSpPr>
          <p:cNvPr id="81" name="文本框 5"/>
          <p:cNvSpPr txBox="1"/>
          <p:nvPr>
            <p:custDataLst>
              <p:tags r:id="rId6"/>
            </p:custDataLst>
          </p:nvPr>
        </p:nvSpPr>
        <p:spPr bwMode="auto">
          <a:xfrm>
            <a:off x="638810" y="2210435"/>
            <a:ext cx="2153285" cy="1396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Arial" panose="020B0604020202020204" pitchFamily="34" charset="0"/>
                <a:ea typeface="微软雅黑" panose="020B0503020204020204" charset="-122"/>
              </a:defRPr>
            </a:lvl1pPr>
            <a:lvl2pPr marL="457200">
              <a:defRPr sz="1300">
                <a:solidFill>
                  <a:schemeClr val="tx1"/>
                </a:solidFill>
                <a:latin typeface="Arial" panose="020B0604020202020204" pitchFamily="34" charset="0"/>
                <a:ea typeface="微软雅黑" panose="020B0503020204020204" charset="-122"/>
              </a:defRPr>
            </a:lvl2pPr>
            <a:lvl3pPr marL="914400">
              <a:defRPr sz="1300">
                <a:solidFill>
                  <a:schemeClr val="tx1"/>
                </a:solidFill>
                <a:latin typeface="Arial" panose="020B0604020202020204" pitchFamily="34" charset="0"/>
                <a:ea typeface="微软雅黑" panose="020B0503020204020204" charset="-122"/>
              </a:defRPr>
            </a:lvl3pPr>
            <a:lvl4pPr marL="1371600">
              <a:defRPr sz="1300">
                <a:solidFill>
                  <a:schemeClr val="tx1"/>
                </a:solidFill>
                <a:latin typeface="Arial" panose="020B0604020202020204" pitchFamily="34" charset="0"/>
                <a:ea typeface="微软雅黑" panose="020B0503020204020204" charset="-122"/>
              </a:defRPr>
            </a:lvl4pPr>
            <a:lvl5pPr marL="1828800">
              <a:defRPr sz="1300">
                <a:solidFill>
                  <a:schemeClr val="tx1"/>
                </a:solidFill>
                <a:latin typeface="Arial" panose="020B0604020202020204" pitchFamily="34" charset="0"/>
                <a:ea typeface="微软雅黑" panose="020B0503020204020204" charset="-122"/>
              </a:defRPr>
            </a:lvl5pPr>
            <a:lvl6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6pPr>
            <a:lvl7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7pPr>
            <a:lvl8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8pPr>
            <a:lvl9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9pPr>
          </a:lstStyle>
          <a:p>
            <a:pPr algn="ctr" fontAlgn="auto">
              <a:lnSpc>
                <a:spcPct val="150000"/>
              </a:lnSpc>
            </a:pPr>
            <a:r>
              <a:rPr lang="zh-CN" altLang="en-US" sz="1200" dirty="0">
                <a:solidFill>
                  <a:schemeClr val="bg1"/>
                </a:solidFill>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单击此处输入你的正文，文字是您思想的提炼，请尽量言简意赅的阐述观点；</a:t>
            </a:r>
          </a:p>
        </p:txBody>
      </p:sp>
      <p:sp>
        <p:nvSpPr>
          <p:cNvPr id="82" name="文本框 81"/>
          <p:cNvSpPr txBox="1"/>
          <p:nvPr>
            <p:custDataLst>
              <p:tags r:id="rId7"/>
            </p:custDataLst>
          </p:nvPr>
        </p:nvSpPr>
        <p:spPr>
          <a:xfrm>
            <a:off x="551815" y="1827530"/>
            <a:ext cx="2326640" cy="337185"/>
          </a:xfrm>
          <a:prstGeom prst="rect">
            <a:avLst/>
          </a:prstGeom>
          <a:noFill/>
        </p:spPr>
        <p:txBody>
          <a:bodyPr wrap="square" rtlCol="0">
            <a:spAutoFit/>
          </a:bodyPr>
          <a:lstStyle/>
          <a:p>
            <a:pPr algn="ctr"/>
            <a:r>
              <a:rPr lang="zh-CN" altLang="en-US" sz="1600" b="1" dirty="0">
                <a:solidFill>
                  <a:schemeClr val="bg1"/>
                </a:solidFill>
                <a:latin typeface="微软雅黑" panose="020B0503020204020204" charset="-122"/>
                <a:ea typeface="微软雅黑" panose="020B0503020204020204" charset="-122"/>
                <a:cs typeface="+mn-ea"/>
                <a:sym typeface="微软雅黑" panose="020B0503020204020204" charset="-122"/>
              </a:rPr>
              <a:t>请添加副标题</a:t>
            </a:r>
          </a:p>
        </p:txBody>
      </p:sp>
      <p:sp>
        <p:nvSpPr>
          <p:cNvPr id="85" name="圆角矩形 17"/>
          <p:cNvSpPr/>
          <p:nvPr>
            <p:custDataLst>
              <p:tags r:id="rId8"/>
            </p:custDataLst>
          </p:nvPr>
        </p:nvSpPr>
        <p:spPr>
          <a:xfrm>
            <a:off x="8772525" y="3606800"/>
            <a:ext cx="2858770" cy="2543810"/>
          </a:xfrm>
          <a:prstGeom prst="roundRect">
            <a:avLst>
              <a:gd name="adj" fmla="val 9991"/>
            </a:avLst>
          </a:prstGeom>
          <a:solidFill>
            <a:schemeClr val="bg1"/>
          </a:solidFill>
          <a:ln>
            <a:noFill/>
            <a:prstDash val="solid"/>
          </a:ln>
          <a:effectLst>
            <a:outerShdw blurRad="139700" sx="106000" sy="106000" algn="ctr" rotWithShape="0">
              <a:srgbClr val="3A8F96">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sym typeface="微软雅黑" panose="020B0503020204020204" charset="-122"/>
            </a:endParaRPr>
          </a:p>
        </p:txBody>
      </p:sp>
      <p:sp>
        <p:nvSpPr>
          <p:cNvPr id="86" name="圆角矩形 19"/>
          <p:cNvSpPr/>
          <p:nvPr>
            <p:custDataLst>
              <p:tags r:id="rId9"/>
            </p:custDataLst>
          </p:nvPr>
        </p:nvSpPr>
        <p:spPr>
          <a:xfrm>
            <a:off x="5789930" y="3606165"/>
            <a:ext cx="2858770" cy="2519045"/>
          </a:xfrm>
          <a:prstGeom prst="roundRect">
            <a:avLst>
              <a:gd name="adj" fmla="val 9991"/>
            </a:avLst>
          </a:prstGeom>
          <a:solidFill>
            <a:schemeClr val="bg1"/>
          </a:solidFill>
          <a:ln>
            <a:noFill/>
            <a:prstDash val="solid"/>
          </a:ln>
          <a:effectLst>
            <a:outerShdw blurRad="139700" sx="106000" sy="106000" algn="ctr" rotWithShape="0">
              <a:srgbClr val="3A8F96">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sym typeface="微软雅黑" panose="020B0503020204020204" charset="-122"/>
            </a:endParaRPr>
          </a:p>
        </p:txBody>
      </p:sp>
      <p:sp>
        <p:nvSpPr>
          <p:cNvPr id="88" name="副标题 33"/>
          <p:cNvSpPr>
            <a:spLocks noGrp="1"/>
          </p:cNvSpPr>
          <p:nvPr>
            <p:custDataLst>
              <p:tags r:id="rId10"/>
            </p:custDataLst>
          </p:nvPr>
        </p:nvSpPr>
        <p:spPr>
          <a:xfrm>
            <a:off x="6386195" y="3914775"/>
            <a:ext cx="1666875" cy="449580"/>
          </a:xfrm>
          <a:prstGeom prst="rect">
            <a:avLst/>
          </a:prstGeom>
        </p:spPr>
        <p:txBody>
          <a:bodyPr vert="horz" lIns="90000" tIns="46800" rIns="90000" bIns="46800" rtlCol="0">
            <a:noAutofit/>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mn-lt"/>
                <a:ea typeface="+mn-ea"/>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mn-lt"/>
                <a:ea typeface="+mn-ea"/>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mn-lt"/>
                <a:ea typeface="+mn-ea"/>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mn-lt"/>
                <a:ea typeface="+mn-ea"/>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ctr">
              <a:lnSpc>
                <a:spcPct val="100000"/>
              </a:lnSpc>
              <a:buNone/>
            </a:pPr>
            <a:r>
              <a:rPr lang="en-US" altLang="zh-CN" sz="2600" b="1" spc="0">
                <a:solidFill>
                  <a:schemeClr val="tx1"/>
                </a:solidFill>
                <a:uFillTx/>
                <a:latin typeface="微软雅黑" panose="020B0503020204020204" charset="-122"/>
                <a:ea typeface="微软雅黑" panose="020B0503020204020204" charset="-122"/>
                <a:cs typeface="思源黑体 CN Bold" panose="020B0200000000000000" charset="-122"/>
                <a:sym typeface="微软雅黑" panose="020B0503020204020204" charset="-122"/>
              </a:rPr>
              <a:t>86%</a:t>
            </a:r>
          </a:p>
        </p:txBody>
      </p:sp>
      <p:sp>
        <p:nvSpPr>
          <p:cNvPr id="89" name="文本框 88"/>
          <p:cNvSpPr txBox="1"/>
          <p:nvPr>
            <p:custDataLst>
              <p:tags r:id="rId11"/>
            </p:custDataLst>
          </p:nvPr>
        </p:nvSpPr>
        <p:spPr>
          <a:xfrm>
            <a:off x="6465570" y="4351655"/>
            <a:ext cx="1508760" cy="336550"/>
          </a:xfrm>
          <a:prstGeom prst="rect">
            <a:avLst/>
          </a:prstGeom>
          <a:noFill/>
        </p:spPr>
        <p:txBody>
          <a:bodyPr wrap="square" rtlCol="0">
            <a:spAutoFit/>
          </a:bodyPr>
          <a:lstStyle/>
          <a:p>
            <a:pPr algn="ct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此处输入你的正文</a:t>
            </a:r>
          </a:p>
        </p:txBody>
      </p:sp>
      <p:sp>
        <p:nvSpPr>
          <p:cNvPr id="90" name="文本框 89"/>
          <p:cNvSpPr txBox="1"/>
          <p:nvPr>
            <p:custDataLst>
              <p:tags r:id="rId12"/>
            </p:custDataLst>
          </p:nvPr>
        </p:nvSpPr>
        <p:spPr>
          <a:xfrm>
            <a:off x="6018530" y="4886325"/>
            <a:ext cx="2364740" cy="922020"/>
          </a:xfrm>
          <a:prstGeom prst="rect">
            <a:avLst/>
          </a:prstGeom>
          <a:noFill/>
        </p:spPr>
        <p:txBody>
          <a:bodyPr wrap="square" rtlCol="0">
            <a:sp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单击此处输入你的正文，文字是您思想的提炼，请尽量言简意赅的阐述观点；</a:t>
            </a:r>
          </a:p>
        </p:txBody>
      </p:sp>
      <p:sp>
        <p:nvSpPr>
          <p:cNvPr id="91" name="圆角矩形 25"/>
          <p:cNvSpPr/>
          <p:nvPr>
            <p:custDataLst>
              <p:tags r:id="rId13"/>
            </p:custDataLst>
          </p:nvPr>
        </p:nvSpPr>
        <p:spPr>
          <a:xfrm>
            <a:off x="8952865" y="4818380"/>
            <a:ext cx="2498090" cy="1153160"/>
          </a:xfrm>
          <a:prstGeom prst="roundRect">
            <a:avLst>
              <a:gd name="adj" fmla="val 9991"/>
            </a:avLst>
          </a:prstGeom>
          <a:solidFill>
            <a:srgbClr val="3A8F96">
              <a:alpha val="7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highlight>
                <a:srgbClr val="00FF00"/>
              </a:highlight>
              <a:latin typeface="微软雅黑" panose="020B0503020204020204" charset="-122"/>
              <a:ea typeface="微软雅黑" panose="020B0503020204020204" charset="-122"/>
              <a:cs typeface="思源黑体 CN Normal" panose="020B0400000000000000" charset="-122"/>
              <a:sym typeface="微软雅黑" panose="020B0503020204020204" charset="-122"/>
            </a:endParaRPr>
          </a:p>
        </p:txBody>
      </p:sp>
      <p:sp>
        <p:nvSpPr>
          <p:cNvPr id="92" name="副标题 33"/>
          <p:cNvSpPr>
            <a:spLocks noGrp="1"/>
          </p:cNvSpPr>
          <p:nvPr>
            <p:custDataLst>
              <p:tags r:id="rId14"/>
            </p:custDataLst>
          </p:nvPr>
        </p:nvSpPr>
        <p:spPr>
          <a:xfrm>
            <a:off x="9368790" y="3914775"/>
            <a:ext cx="1666875" cy="449580"/>
          </a:xfrm>
          <a:prstGeom prst="rect">
            <a:avLst/>
          </a:prstGeom>
        </p:spPr>
        <p:txBody>
          <a:bodyPr vert="horz" lIns="90000" tIns="46800" rIns="90000" bIns="46800" rtlCol="0">
            <a:noAutofit/>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mn-lt"/>
                <a:ea typeface="+mn-ea"/>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mn-lt"/>
                <a:ea typeface="+mn-ea"/>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mn-lt"/>
                <a:ea typeface="+mn-ea"/>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mn-lt"/>
                <a:ea typeface="+mn-ea"/>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ctr">
              <a:lnSpc>
                <a:spcPct val="100000"/>
              </a:lnSpc>
              <a:buNone/>
            </a:pPr>
            <a:r>
              <a:rPr lang="en-US" altLang="zh-CN" sz="2600" b="1" spc="0">
                <a:solidFill>
                  <a:schemeClr val="tx1"/>
                </a:solidFill>
                <a:uFillTx/>
                <a:latin typeface="微软雅黑" panose="020B0503020204020204" charset="-122"/>
                <a:ea typeface="微软雅黑" panose="020B0503020204020204" charset="-122"/>
                <a:cs typeface="思源黑体 CN Bold" panose="020B0200000000000000" charset="-122"/>
                <a:sym typeface="微软雅黑" panose="020B0503020204020204" charset="-122"/>
              </a:rPr>
              <a:t>86%</a:t>
            </a:r>
          </a:p>
        </p:txBody>
      </p:sp>
      <p:sp>
        <p:nvSpPr>
          <p:cNvPr id="93" name="文本框 92"/>
          <p:cNvSpPr txBox="1"/>
          <p:nvPr>
            <p:custDataLst>
              <p:tags r:id="rId15"/>
            </p:custDataLst>
          </p:nvPr>
        </p:nvSpPr>
        <p:spPr>
          <a:xfrm>
            <a:off x="9448165" y="4351655"/>
            <a:ext cx="1508760" cy="336550"/>
          </a:xfrm>
          <a:prstGeom prst="rect">
            <a:avLst/>
          </a:prstGeom>
          <a:noFill/>
        </p:spPr>
        <p:txBody>
          <a:bodyPr wrap="square" rtlCol="0">
            <a:spAutoFit/>
          </a:bodyPr>
          <a:lstStyle/>
          <a:p>
            <a:pPr algn="ct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此处输入你的正文</a:t>
            </a:r>
          </a:p>
        </p:txBody>
      </p:sp>
      <p:sp>
        <p:nvSpPr>
          <p:cNvPr id="94" name="文本框 93"/>
          <p:cNvSpPr txBox="1"/>
          <p:nvPr>
            <p:custDataLst>
              <p:tags r:id="rId16"/>
            </p:custDataLst>
          </p:nvPr>
        </p:nvSpPr>
        <p:spPr>
          <a:xfrm>
            <a:off x="9001125" y="4886325"/>
            <a:ext cx="2364740" cy="922020"/>
          </a:xfrm>
          <a:prstGeom prst="rect">
            <a:avLst/>
          </a:prstGeom>
          <a:noFill/>
        </p:spPr>
        <p:txBody>
          <a:bodyPr wrap="square" rtlCol="0">
            <a:sp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单击此处输入你的正文，文字是您思想的提炼，请尽量言简意赅的阐述观点；</a:t>
            </a:r>
          </a:p>
        </p:txBody>
      </p:sp>
      <p:sp>
        <p:nvSpPr>
          <p:cNvPr id="95" name="圆角矩形 4"/>
          <p:cNvSpPr/>
          <p:nvPr>
            <p:custDataLst>
              <p:tags r:id="rId17"/>
            </p:custDataLst>
          </p:nvPr>
        </p:nvSpPr>
        <p:spPr>
          <a:xfrm>
            <a:off x="2952750" y="3914775"/>
            <a:ext cx="2300605" cy="2300605"/>
          </a:xfrm>
          <a:prstGeom prst="roundRect">
            <a:avLst>
              <a:gd name="adj" fmla="val 9991"/>
            </a:avLst>
          </a:prstGeom>
          <a:gradFill flip="none" rotWithShape="1">
            <a:gsLst>
              <a:gs pos="0">
                <a:srgbClr val="3A8F96"/>
              </a:gs>
              <a:gs pos="50000">
                <a:srgbClr val="7AB39B"/>
              </a:gs>
              <a:gs pos="100000">
                <a:srgbClr val="8BBD9C"/>
              </a:gs>
            </a:gsLst>
            <a:lin ang="16200000" scaled="1"/>
            <a:tileRect/>
          </a:gradFill>
          <a:ln w="7206" cap="flat">
            <a:noFill/>
            <a:prstDash val="solid"/>
            <a:miter/>
          </a:ln>
          <a:effectLst>
            <a:outerShdw blurRad="127000" dist="63500" dir="5400000" algn="t" rotWithShape="0">
              <a:srgbClr val="3A8F96">
                <a:alpha val="4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200">
              <a:solidFill>
                <a:schemeClr val="bg1"/>
              </a:solidFill>
              <a:latin typeface="微软雅黑" panose="020B0503020204020204" charset="-122"/>
              <a:ea typeface="微软雅黑" panose="020B0503020204020204" charset="-122"/>
              <a:sym typeface="微软雅黑" panose="020B0503020204020204" charset="-122"/>
            </a:endParaRPr>
          </a:p>
        </p:txBody>
      </p:sp>
      <p:grpSp>
        <p:nvGrpSpPr>
          <p:cNvPr id="97" name="组合 96"/>
          <p:cNvGrpSpPr/>
          <p:nvPr/>
        </p:nvGrpSpPr>
        <p:grpSpPr>
          <a:xfrm>
            <a:off x="2926715" y="4325620"/>
            <a:ext cx="2326640" cy="1778635"/>
            <a:chOff x="4609" y="6812"/>
            <a:chExt cx="3664" cy="2801"/>
          </a:xfrm>
        </p:grpSpPr>
        <p:sp>
          <p:nvSpPr>
            <p:cNvPr id="83" name="文本框 5"/>
            <p:cNvSpPr txBox="1"/>
            <p:nvPr>
              <p:custDataLst>
                <p:tags r:id="rId19"/>
              </p:custDataLst>
            </p:nvPr>
          </p:nvSpPr>
          <p:spPr bwMode="auto">
            <a:xfrm>
              <a:off x="4746" y="7415"/>
              <a:ext cx="3391" cy="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Arial" panose="020B0604020202020204" pitchFamily="34" charset="0"/>
                  <a:ea typeface="微软雅黑" panose="020B0503020204020204" charset="-122"/>
                </a:defRPr>
              </a:lvl1pPr>
              <a:lvl2pPr marL="457200">
                <a:defRPr sz="1300">
                  <a:solidFill>
                    <a:schemeClr val="tx1"/>
                  </a:solidFill>
                  <a:latin typeface="Arial" panose="020B0604020202020204" pitchFamily="34" charset="0"/>
                  <a:ea typeface="微软雅黑" panose="020B0503020204020204" charset="-122"/>
                </a:defRPr>
              </a:lvl2pPr>
              <a:lvl3pPr marL="914400">
                <a:defRPr sz="1300">
                  <a:solidFill>
                    <a:schemeClr val="tx1"/>
                  </a:solidFill>
                  <a:latin typeface="Arial" panose="020B0604020202020204" pitchFamily="34" charset="0"/>
                  <a:ea typeface="微软雅黑" panose="020B0503020204020204" charset="-122"/>
                </a:defRPr>
              </a:lvl3pPr>
              <a:lvl4pPr marL="1371600">
                <a:defRPr sz="1300">
                  <a:solidFill>
                    <a:schemeClr val="tx1"/>
                  </a:solidFill>
                  <a:latin typeface="Arial" panose="020B0604020202020204" pitchFamily="34" charset="0"/>
                  <a:ea typeface="微软雅黑" panose="020B0503020204020204" charset="-122"/>
                </a:defRPr>
              </a:lvl4pPr>
              <a:lvl5pPr marL="1828800">
                <a:defRPr sz="1300">
                  <a:solidFill>
                    <a:schemeClr val="tx1"/>
                  </a:solidFill>
                  <a:latin typeface="Arial" panose="020B0604020202020204" pitchFamily="34" charset="0"/>
                  <a:ea typeface="微软雅黑" panose="020B0503020204020204" charset="-122"/>
                </a:defRPr>
              </a:lvl5pPr>
              <a:lvl6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6pPr>
              <a:lvl7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7pPr>
              <a:lvl8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8pPr>
              <a:lvl9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9pPr>
            </a:lstStyle>
            <a:p>
              <a:pPr algn="ctr" fontAlgn="auto">
                <a:lnSpc>
                  <a:spcPct val="150000"/>
                </a:lnSpc>
              </a:pPr>
              <a:r>
                <a:rPr lang="zh-CN" altLang="en-US" sz="1200" dirty="0">
                  <a:solidFill>
                    <a:schemeClr val="bg1"/>
                  </a:solidFill>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单击此处输入你的正文，文字是您思想的提炼，请尽量言简意赅的阐述观点；</a:t>
              </a:r>
            </a:p>
          </p:txBody>
        </p:sp>
        <p:sp>
          <p:nvSpPr>
            <p:cNvPr id="84" name="文本框 83"/>
            <p:cNvSpPr txBox="1"/>
            <p:nvPr>
              <p:custDataLst>
                <p:tags r:id="rId20"/>
              </p:custDataLst>
            </p:nvPr>
          </p:nvSpPr>
          <p:spPr>
            <a:xfrm>
              <a:off x="4609" y="6812"/>
              <a:ext cx="3664" cy="531"/>
            </a:xfrm>
            <a:prstGeom prst="rect">
              <a:avLst/>
            </a:prstGeom>
            <a:noFill/>
          </p:spPr>
          <p:txBody>
            <a:bodyPr wrap="square" rtlCol="0">
              <a:spAutoFit/>
            </a:bodyPr>
            <a:lstStyle/>
            <a:p>
              <a:pPr algn="ctr"/>
              <a:r>
                <a:rPr lang="zh-CN" altLang="en-US" sz="1600" b="1" dirty="0">
                  <a:solidFill>
                    <a:schemeClr val="bg1"/>
                  </a:solidFill>
                  <a:latin typeface="微软雅黑" panose="020B0503020204020204" charset="-122"/>
                  <a:ea typeface="微软雅黑" panose="020B0503020204020204" charset="-122"/>
                  <a:cs typeface="+mn-ea"/>
                  <a:sym typeface="微软雅黑" panose="020B0503020204020204" charset="-122"/>
                </a:rPr>
                <a:t>请添加副标题</a:t>
              </a:r>
            </a:p>
          </p:txBody>
        </p:sp>
      </p:grpSp>
      <p:sp>
        <p:nvSpPr>
          <p:cNvPr id="98" name="圆角矩形 25"/>
          <p:cNvSpPr/>
          <p:nvPr>
            <p:custDataLst>
              <p:tags r:id="rId18"/>
            </p:custDataLst>
          </p:nvPr>
        </p:nvSpPr>
        <p:spPr>
          <a:xfrm>
            <a:off x="5960745" y="4831080"/>
            <a:ext cx="2498090" cy="1153160"/>
          </a:xfrm>
          <a:prstGeom prst="roundRect">
            <a:avLst>
              <a:gd name="adj" fmla="val 9991"/>
            </a:avLst>
          </a:prstGeom>
          <a:solidFill>
            <a:srgbClr val="3A8F96">
              <a:alpha val="7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highlight>
                <a:srgbClr val="00FF00"/>
              </a:highlight>
              <a:latin typeface="微软雅黑" panose="020B0503020204020204" charset="-122"/>
              <a:ea typeface="微软雅黑" panose="020B0503020204020204" charset="-122"/>
              <a:cs typeface="思源黑体 CN Normal" panose="020B0400000000000000" charset="-122"/>
              <a:sym typeface="微软雅黑" panose="020B0503020204020204" charset="-122"/>
            </a:endParaRPr>
          </a:p>
        </p:txBody>
      </p:sp>
      <p:pic>
        <p:nvPicPr>
          <p:cNvPr id="2" name="图片 1" descr="清华大学&amp;北京清华长庚医院logo-左右横排版"/>
          <p:cNvPicPr>
            <a:picLocks noChangeAspect="1"/>
          </p:cNvPicPr>
          <p:nvPr/>
        </p:nvPicPr>
        <p:blipFill>
          <a:blip r:embed="rId25"/>
          <a:stretch>
            <a:fillRect/>
          </a:stretch>
        </p:blipFill>
        <p:spPr>
          <a:xfrm>
            <a:off x="9343390" y="148590"/>
            <a:ext cx="2664460" cy="4578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0A5A4"/>
        </a:solidFill>
        <a:effectLst/>
      </p:bgPr>
    </p:bg>
    <p:spTree>
      <p:nvGrpSpPr>
        <p:cNvPr id="1" name=""/>
        <p:cNvGrpSpPr/>
        <p:nvPr/>
      </p:nvGrpSpPr>
      <p:grpSpPr>
        <a:xfrm>
          <a:off x="0" y="0"/>
          <a:ext cx="0" cy="0"/>
          <a:chOff x="0" y="0"/>
          <a:chExt cx="0" cy="0"/>
        </a:xfrm>
      </p:grpSpPr>
      <p:sp>
        <p:nvSpPr>
          <p:cNvPr id="26" name="单圆角矩形 25"/>
          <p:cNvSpPr/>
          <p:nvPr/>
        </p:nvSpPr>
        <p:spPr>
          <a:xfrm rot="10800000" flipH="1">
            <a:off x="-6985" y="3011170"/>
            <a:ext cx="12198985" cy="3846830"/>
          </a:xfrm>
          <a:prstGeom prst="round1Rect">
            <a:avLst>
              <a:gd name="adj" fmla="val 27506"/>
            </a:avLst>
          </a:prstGeom>
          <a:gradFill>
            <a:gsLst>
              <a:gs pos="74000">
                <a:srgbClr val="6AAA9A">
                  <a:alpha val="46000"/>
                </a:srgbClr>
              </a:gs>
              <a:gs pos="100000">
                <a:srgbClr val="7AB39B">
                  <a:alpha val="33000"/>
                </a:srgbClr>
              </a:gs>
              <a:gs pos="47000">
                <a:srgbClr val="5AA199">
                  <a:alpha val="75000"/>
                </a:srgbClr>
              </a:gs>
              <a:gs pos="15000">
                <a:srgbClr val="398F96">
                  <a:alpha val="10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userDrawn="1">
            <p:custDataLst>
              <p:tags r:id="rId1"/>
            </p:custDataLst>
          </p:nvPr>
        </p:nvPicPr>
        <p:blipFill>
          <a:blip r:embed="rId3">
            <a:alphaModFix amt="25000"/>
          </a:blip>
          <a:srcRect/>
          <a:stretch>
            <a:fillRect/>
          </a:stretch>
        </p:blipFill>
        <p:spPr>
          <a:xfrm>
            <a:off x="4249420" y="280670"/>
            <a:ext cx="11922760" cy="8030210"/>
          </a:xfrm>
          <a:prstGeom prst="rect">
            <a:avLst/>
          </a:prstGeom>
        </p:spPr>
      </p:pic>
      <p:sp>
        <p:nvSpPr>
          <p:cNvPr id="3" name="矩形 2"/>
          <p:cNvSpPr/>
          <p:nvPr/>
        </p:nvSpPr>
        <p:spPr>
          <a:xfrm>
            <a:off x="635" y="3011170"/>
            <a:ext cx="12192000" cy="1259205"/>
          </a:xfrm>
          <a:prstGeom prst="rect">
            <a:avLst/>
          </a:prstGeom>
          <a:solidFill>
            <a:srgbClr val="4595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0" name="文本框 19"/>
          <p:cNvSpPr txBox="1"/>
          <p:nvPr/>
        </p:nvSpPr>
        <p:spPr>
          <a:xfrm>
            <a:off x="682625" y="1491615"/>
            <a:ext cx="4389120" cy="3476625"/>
          </a:xfrm>
          <a:prstGeom prst="rect">
            <a:avLst/>
          </a:prstGeom>
          <a:noFill/>
        </p:spPr>
        <p:txBody>
          <a:bodyPr wrap="square" rtlCol="0">
            <a:spAutoFit/>
          </a:bodyPr>
          <a:lstStyle/>
          <a:p>
            <a:pPr algn="ctr"/>
            <a:r>
              <a:rPr lang="en-US" altLang="zh-CN" sz="22000" b="1">
                <a:solidFill>
                  <a:schemeClr val="bg1"/>
                </a:solidFill>
                <a:latin typeface="微软雅黑" panose="020B0503020204020204" charset="-122"/>
                <a:ea typeface="微软雅黑" panose="020B0503020204020204" charset="-122"/>
              </a:rPr>
              <a:t>02</a:t>
            </a:r>
          </a:p>
        </p:txBody>
      </p:sp>
      <p:sp>
        <p:nvSpPr>
          <p:cNvPr id="15" name="文本框 14"/>
          <p:cNvSpPr txBox="1"/>
          <p:nvPr/>
        </p:nvSpPr>
        <p:spPr>
          <a:xfrm>
            <a:off x="942340" y="4315460"/>
            <a:ext cx="3848100" cy="645160"/>
          </a:xfrm>
          <a:prstGeom prst="rect">
            <a:avLst/>
          </a:prstGeom>
          <a:noFill/>
        </p:spPr>
        <p:txBody>
          <a:bodyPr wrap="square" rtlCol="0">
            <a:spAutoFit/>
          </a:bodyPr>
          <a:lstStyle/>
          <a:p>
            <a:pPr algn="ctr"/>
            <a:r>
              <a:rPr lang="en-US" altLang="zh-CN" sz="3600">
                <a:solidFill>
                  <a:schemeClr val="bg1"/>
                </a:solidFill>
              </a:rPr>
              <a:t>PART TWO</a:t>
            </a:r>
          </a:p>
        </p:txBody>
      </p:sp>
      <p:sp>
        <p:nvSpPr>
          <p:cNvPr id="16" name="文本框 15"/>
          <p:cNvSpPr txBox="1"/>
          <p:nvPr/>
        </p:nvSpPr>
        <p:spPr>
          <a:xfrm>
            <a:off x="5442585" y="3143885"/>
            <a:ext cx="5986145" cy="1014730"/>
          </a:xfrm>
          <a:prstGeom prst="rect">
            <a:avLst/>
          </a:prstGeom>
          <a:noFill/>
        </p:spPr>
        <p:txBody>
          <a:bodyPr wrap="square" rtlCol="0">
            <a:spAutoFit/>
          </a:bodyPr>
          <a:lstStyle/>
          <a:p>
            <a:pPr algn="ctr"/>
            <a:r>
              <a:rPr lang="zh-CN" altLang="en-US" sz="6000" b="1">
                <a:solidFill>
                  <a:schemeClr val="bg1"/>
                </a:solidFill>
                <a:latin typeface="微软雅黑" panose="020B0503020204020204" charset="-122"/>
                <a:ea typeface="微软雅黑" panose="020B0503020204020204" charset="-122"/>
              </a:rPr>
              <a:t>此处输入标题</a:t>
            </a:r>
          </a:p>
        </p:txBody>
      </p:sp>
      <p:sp>
        <p:nvSpPr>
          <p:cNvPr id="5" name="直角三角形 4"/>
          <p:cNvSpPr/>
          <p:nvPr/>
        </p:nvSpPr>
        <p:spPr>
          <a:xfrm rot="13500000">
            <a:off x="-445770" y="3188335"/>
            <a:ext cx="923925" cy="925830"/>
          </a:xfrm>
          <a:prstGeom prst="rtTriangle">
            <a:avLst/>
          </a:prstGeom>
          <a:solidFill>
            <a:srgbClr val="66A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花边-17"/>
          <p:cNvPicPr>
            <a:picLocks noChangeAspect="1"/>
          </p:cNvPicPr>
          <p:nvPr/>
        </p:nvPicPr>
        <p:blipFill>
          <a:blip r:embed="rId18">
            <a:alphaModFix amt="12000"/>
          </a:blip>
          <a:stretch>
            <a:fillRect/>
          </a:stretch>
        </p:blipFill>
        <p:spPr>
          <a:xfrm rot="16200000">
            <a:off x="10287000" y="4953000"/>
            <a:ext cx="1905000" cy="1905000"/>
          </a:xfrm>
          <a:prstGeom prst="rect">
            <a:avLst/>
          </a:prstGeom>
        </p:spPr>
      </p:pic>
      <p:pic>
        <p:nvPicPr>
          <p:cNvPr id="11" name="图片 10" descr="花边-17"/>
          <p:cNvPicPr>
            <a:picLocks noChangeAspect="1"/>
          </p:cNvPicPr>
          <p:nvPr/>
        </p:nvPicPr>
        <p:blipFill>
          <a:blip r:embed="rId18">
            <a:alphaModFix amt="12000"/>
          </a:blip>
          <a:stretch>
            <a:fillRect/>
          </a:stretch>
        </p:blipFill>
        <p:spPr>
          <a:xfrm rot="5400000" flipH="1">
            <a:off x="0" y="4953000"/>
            <a:ext cx="1905000" cy="1905000"/>
          </a:xfrm>
          <a:prstGeom prst="rect">
            <a:avLst/>
          </a:prstGeom>
        </p:spPr>
      </p:pic>
      <p:sp>
        <p:nvSpPr>
          <p:cNvPr id="7" name="单圆角矩形 6"/>
          <p:cNvSpPr/>
          <p:nvPr/>
        </p:nvSpPr>
        <p:spPr>
          <a:xfrm rot="10800000" flipH="1">
            <a:off x="635" y="-1270"/>
            <a:ext cx="12191365" cy="740410"/>
          </a:xfrm>
          <a:prstGeom prst="round1Rect">
            <a:avLst>
              <a:gd name="adj" fmla="val 27506"/>
            </a:avLst>
          </a:prstGeom>
          <a:gradFill>
            <a:gsLst>
              <a:gs pos="74000">
                <a:srgbClr val="6AAA9A">
                  <a:alpha val="46000"/>
                </a:srgbClr>
              </a:gs>
              <a:gs pos="100000">
                <a:srgbClr val="7AB39B">
                  <a:alpha val="33000"/>
                </a:srgbClr>
              </a:gs>
              <a:gs pos="47000">
                <a:srgbClr val="5AA199">
                  <a:alpha val="75000"/>
                </a:srgbClr>
              </a:gs>
              <a:gs pos="15000">
                <a:srgbClr val="398F96">
                  <a:alpha val="10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13995" y="77470"/>
            <a:ext cx="10178415" cy="1076325"/>
          </a:xfrm>
          <a:prstGeom prst="rect">
            <a:avLst/>
          </a:prstGeom>
          <a:noFill/>
        </p:spPr>
        <p:txBody>
          <a:bodyPr wrap="square" rtlCol="0">
            <a:spAutoFit/>
          </a:bodyPr>
          <a:lstStyle/>
          <a:p>
            <a:r>
              <a:rPr lang="zh-CN" sz="3200" b="1">
                <a:solidFill>
                  <a:schemeClr val="bg1"/>
                </a:solidFill>
                <a:latin typeface="微软雅黑" panose="020B0503020204020204" charset="-122"/>
                <a:ea typeface="微软雅黑" panose="020B0503020204020204" charset="-122"/>
                <a:sym typeface="+mn-ea"/>
              </a:rPr>
              <a:t>此处输入小标题</a:t>
            </a:r>
            <a:endParaRPr lang="zh-CN" sz="3200" b="1">
              <a:solidFill>
                <a:schemeClr val="bg1"/>
              </a:solidFill>
              <a:latin typeface="微软雅黑" panose="020B0503020204020204" charset="-122"/>
              <a:ea typeface="微软雅黑" panose="020B0503020204020204" charset="-122"/>
            </a:endParaRPr>
          </a:p>
          <a:p>
            <a:r>
              <a:rPr lang="en-US" altLang="zh-CN" sz="3200" b="1">
                <a:solidFill>
                  <a:schemeClr val="bg1"/>
                </a:solidFill>
                <a:latin typeface="微软雅黑" panose="020B0503020204020204" charset="-122"/>
                <a:ea typeface="微软雅黑" panose="020B0503020204020204" charset="-122"/>
              </a:rPr>
              <a:t> </a:t>
            </a:r>
          </a:p>
        </p:txBody>
      </p:sp>
      <p:sp>
        <p:nvSpPr>
          <p:cNvPr id="2" name="矩形 1"/>
          <p:cNvSpPr/>
          <p:nvPr>
            <p:custDataLst>
              <p:tags r:id="rId1"/>
            </p:custDataLst>
          </p:nvPr>
        </p:nvSpPr>
        <p:spPr>
          <a:xfrm rot="16200000">
            <a:off x="4793381" y="-336539"/>
            <a:ext cx="2606586" cy="12192003"/>
          </a:xfrm>
          <a:prstGeom prst="rect">
            <a:avLst/>
          </a:prstGeom>
          <a:gradFill flip="none" rotWithShape="1">
            <a:gsLst>
              <a:gs pos="6000">
                <a:schemeClr val="bg1"/>
              </a:gs>
              <a:gs pos="88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sym typeface="微软雅黑" panose="020B0503020204020204" charset="-122"/>
            </a:endParaRPr>
          </a:p>
        </p:txBody>
      </p:sp>
      <p:sp>
        <p:nvSpPr>
          <p:cNvPr id="3" name="矩形 2"/>
          <p:cNvSpPr/>
          <p:nvPr>
            <p:custDataLst>
              <p:tags r:id="rId2"/>
            </p:custDataLst>
          </p:nvPr>
        </p:nvSpPr>
        <p:spPr>
          <a:xfrm>
            <a:off x="2785110" y="2195195"/>
            <a:ext cx="2200910" cy="4088765"/>
          </a:xfrm>
          <a:prstGeom prst="rect">
            <a:avLst/>
          </a:prstGeom>
          <a:solidFill>
            <a:schemeClr val="bg1"/>
          </a:solidFill>
          <a:ln>
            <a:noFill/>
          </a:ln>
          <a:effectLst>
            <a:outerShdw blurRad="2667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思源黑体 CN Normal" panose="020B0400000000000000" charset="-122"/>
              <a:sym typeface="微软雅黑" panose="020B0503020204020204" charset="-122"/>
            </a:endParaRPr>
          </a:p>
        </p:txBody>
      </p:sp>
      <p:sp>
        <p:nvSpPr>
          <p:cNvPr id="6" name="矩形 5"/>
          <p:cNvSpPr/>
          <p:nvPr>
            <p:custDataLst>
              <p:tags r:id="rId3"/>
            </p:custDataLst>
          </p:nvPr>
        </p:nvSpPr>
        <p:spPr>
          <a:xfrm>
            <a:off x="5012055" y="1479550"/>
            <a:ext cx="2200910" cy="4804410"/>
          </a:xfrm>
          <a:prstGeom prst="rect">
            <a:avLst/>
          </a:prstGeom>
          <a:solidFill>
            <a:srgbClr val="2C7175"/>
          </a:solidFill>
          <a:ln w="7206" cap="flat">
            <a:solidFill>
              <a:srgbClr val="2C7175"/>
            </a:solidFill>
            <a:prstDash val="solid"/>
            <a:miter/>
          </a:ln>
          <a:effectLst>
            <a:outerShdw blurRad="127000" dist="63500" dir="5400000" algn="t" rotWithShape="0">
              <a:schemeClr val="accent1">
                <a:alpha val="4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200">
              <a:solidFill>
                <a:schemeClr val="bg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4"/>
            </p:custDataLst>
          </p:nvPr>
        </p:nvSpPr>
        <p:spPr>
          <a:xfrm>
            <a:off x="7239000" y="2195195"/>
            <a:ext cx="2200910" cy="4088765"/>
          </a:xfrm>
          <a:prstGeom prst="rect">
            <a:avLst/>
          </a:prstGeom>
          <a:solidFill>
            <a:schemeClr val="bg1"/>
          </a:solidFill>
          <a:ln>
            <a:noFill/>
          </a:ln>
          <a:effectLst>
            <a:outerShdw blurRad="2667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思源黑体 CN Normal" panose="020B0400000000000000" charset="-122"/>
              <a:sym typeface="微软雅黑" panose="020B0503020204020204" charset="-122"/>
            </a:endParaRPr>
          </a:p>
        </p:txBody>
      </p:sp>
      <p:sp>
        <p:nvSpPr>
          <p:cNvPr id="15" name="文本框 14"/>
          <p:cNvSpPr txBox="1"/>
          <p:nvPr>
            <p:custDataLst>
              <p:tags r:id="rId5"/>
            </p:custDataLst>
          </p:nvPr>
        </p:nvSpPr>
        <p:spPr>
          <a:xfrm>
            <a:off x="2997835" y="3147695"/>
            <a:ext cx="1775460" cy="645160"/>
          </a:xfrm>
          <a:prstGeom prst="rect">
            <a:avLst/>
          </a:prstGeom>
          <a:noFill/>
        </p:spPr>
        <p:txBody>
          <a:bodyPr wrap="square" rtlCol="0">
            <a:sp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单击此处输入你的正文，文字是具体介绍；</a:t>
            </a:r>
          </a:p>
        </p:txBody>
      </p:sp>
      <p:sp>
        <p:nvSpPr>
          <p:cNvPr id="10" name="文本框 9"/>
          <p:cNvSpPr txBox="1"/>
          <p:nvPr>
            <p:custDataLst>
              <p:tags r:id="rId6"/>
            </p:custDataLst>
          </p:nvPr>
        </p:nvSpPr>
        <p:spPr>
          <a:xfrm>
            <a:off x="2997835" y="2818765"/>
            <a:ext cx="1633220" cy="337185"/>
          </a:xfrm>
          <a:prstGeom prst="rect">
            <a:avLst/>
          </a:prstGeom>
          <a:noFill/>
        </p:spPr>
        <p:txBody>
          <a:bodyPr wrap="square" rtlCol="0">
            <a:spAutoFit/>
          </a:bodyPr>
          <a:lstStyle/>
          <a:p>
            <a:pPr algn="l"/>
            <a:r>
              <a:rPr lang="zh-CN" altLang="en-US" sz="1600" b="1" spc="100" dirty="0">
                <a:solidFill>
                  <a:schemeClr val="tx1"/>
                </a:solidFill>
                <a:uFillTx/>
                <a:latin typeface="微软雅黑" panose="020B0503020204020204" charset="-122"/>
                <a:ea typeface="微软雅黑" panose="020B0503020204020204" charset="-122"/>
                <a:cs typeface="+mn-ea"/>
                <a:sym typeface="微软雅黑" panose="020B0503020204020204" charset="-122"/>
              </a:rPr>
              <a:t>某某某</a:t>
            </a:r>
          </a:p>
        </p:txBody>
      </p:sp>
      <p:sp>
        <p:nvSpPr>
          <p:cNvPr id="19" name="文本框 18"/>
          <p:cNvSpPr txBox="1"/>
          <p:nvPr>
            <p:custDataLst>
              <p:tags r:id="rId7"/>
            </p:custDataLst>
          </p:nvPr>
        </p:nvSpPr>
        <p:spPr>
          <a:xfrm>
            <a:off x="7451725" y="3147695"/>
            <a:ext cx="1775460" cy="645160"/>
          </a:xfrm>
          <a:prstGeom prst="rect">
            <a:avLst/>
          </a:prstGeom>
          <a:noFill/>
        </p:spPr>
        <p:txBody>
          <a:bodyPr wrap="square" rtlCol="0">
            <a:sp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单击此处输入你的正文，文字是具体介绍；</a:t>
            </a:r>
          </a:p>
        </p:txBody>
      </p:sp>
      <p:sp>
        <p:nvSpPr>
          <p:cNvPr id="20" name="文本框 19"/>
          <p:cNvSpPr txBox="1"/>
          <p:nvPr>
            <p:custDataLst>
              <p:tags r:id="rId8"/>
            </p:custDataLst>
          </p:nvPr>
        </p:nvSpPr>
        <p:spPr>
          <a:xfrm>
            <a:off x="7451725" y="2818765"/>
            <a:ext cx="1633220" cy="337185"/>
          </a:xfrm>
          <a:prstGeom prst="rect">
            <a:avLst/>
          </a:prstGeom>
          <a:noFill/>
        </p:spPr>
        <p:txBody>
          <a:bodyPr wrap="square" rtlCol="0">
            <a:spAutoFit/>
          </a:bodyPr>
          <a:lstStyle/>
          <a:p>
            <a:pPr algn="l"/>
            <a:r>
              <a:rPr lang="zh-CN" altLang="en-US" sz="1600" b="1" spc="100" dirty="0">
                <a:solidFill>
                  <a:schemeClr val="tx1"/>
                </a:solidFill>
                <a:uFillTx/>
                <a:latin typeface="微软雅黑" panose="020B0503020204020204" charset="-122"/>
                <a:ea typeface="微软雅黑" panose="020B0503020204020204" charset="-122"/>
                <a:cs typeface="+mn-ea"/>
                <a:sym typeface="微软雅黑" panose="020B0503020204020204" charset="-122"/>
              </a:rPr>
              <a:t>某某某</a:t>
            </a:r>
          </a:p>
        </p:txBody>
      </p:sp>
      <p:sp>
        <p:nvSpPr>
          <p:cNvPr id="28" name="文本框 27"/>
          <p:cNvSpPr txBox="1"/>
          <p:nvPr>
            <p:custDataLst>
              <p:tags r:id="rId9"/>
            </p:custDataLst>
          </p:nvPr>
        </p:nvSpPr>
        <p:spPr>
          <a:xfrm>
            <a:off x="5184140" y="2879090"/>
            <a:ext cx="2009140" cy="2306955"/>
          </a:xfrm>
          <a:prstGeom prst="rect">
            <a:avLst/>
          </a:prstGeom>
          <a:noFill/>
        </p:spPr>
        <p:txBody>
          <a:bodyPr wrap="square" rtlCol="0">
            <a:spAutoFit/>
          </a:bodyPr>
          <a:lstStyle/>
          <a:p>
            <a:pPr fontAlgn="auto">
              <a:lnSpc>
                <a:spcPct val="150000"/>
              </a:lnSpc>
            </a:pPr>
            <a:r>
              <a:rPr lang="zh-CN" altLang="en-US" sz="1200" dirty="0">
                <a:solidFill>
                  <a:schemeClr val="bg1"/>
                </a:solidFill>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单击此处输入你的正文，文字是您思想的提炼，为了最终演示发布的良好效果，请尽量言简意赅的阐述观点；根据需要可酌情增减文字，以便观者可以准确理解您所传达的信息。</a:t>
            </a:r>
            <a:br>
              <a:rPr lang="zh-CN" altLang="en-US" sz="1200" dirty="0">
                <a:solidFill>
                  <a:schemeClr val="bg1"/>
                </a:solidFill>
                <a:latin typeface="微软雅黑" panose="020B0503020204020204" charset="-122"/>
                <a:ea typeface="微软雅黑" panose="020B0503020204020204" charset="-122"/>
                <a:cs typeface="思源黑体 CN Normal" panose="020B0400000000000000" charset="-122"/>
                <a:sym typeface="微软雅黑" panose="020B0503020204020204" charset="-122"/>
              </a:rPr>
            </a:br>
            <a:endParaRPr lang="zh-CN" altLang="en-US" sz="1200" dirty="0">
              <a:solidFill>
                <a:schemeClr val="bg1"/>
              </a:solidFill>
              <a:latin typeface="微软雅黑" panose="020B0503020204020204" charset="-122"/>
              <a:ea typeface="微软雅黑" panose="020B0503020204020204" charset="-122"/>
              <a:cs typeface="思源黑体 CN Normal" panose="020B0400000000000000" charset="-122"/>
              <a:sym typeface="微软雅黑" panose="020B0503020204020204" charset="-122"/>
            </a:endParaRPr>
          </a:p>
        </p:txBody>
      </p:sp>
      <p:sp>
        <p:nvSpPr>
          <p:cNvPr id="29" name="文本框 28"/>
          <p:cNvSpPr txBox="1"/>
          <p:nvPr>
            <p:custDataLst>
              <p:tags r:id="rId10"/>
            </p:custDataLst>
          </p:nvPr>
        </p:nvSpPr>
        <p:spPr>
          <a:xfrm>
            <a:off x="5274945" y="2440305"/>
            <a:ext cx="1633220" cy="337185"/>
          </a:xfrm>
          <a:prstGeom prst="rect">
            <a:avLst/>
          </a:prstGeom>
          <a:noFill/>
        </p:spPr>
        <p:txBody>
          <a:bodyPr wrap="square" rtlCol="0">
            <a:spAutoFit/>
          </a:bodyPr>
          <a:lstStyle/>
          <a:p>
            <a:pPr algn="ctr"/>
            <a:r>
              <a:rPr lang="zh-CN" altLang="en-US" sz="1600" b="1" spc="100" dirty="0">
                <a:solidFill>
                  <a:schemeClr val="bg1"/>
                </a:solidFill>
                <a:uFillTx/>
                <a:latin typeface="Microsoft YaHei Bold" panose="020B0503020204020204" charset="-122"/>
                <a:ea typeface="Microsoft YaHei Bold" panose="020B0503020204020204" charset="-122"/>
                <a:cs typeface="+mn-ea"/>
                <a:sym typeface="微软雅黑" panose="020B0503020204020204" charset="-122"/>
              </a:rPr>
              <a:t>请添加小标题</a:t>
            </a:r>
          </a:p>
        </p:txBody>
      </p:sp>
      <p:grpSp>
        <p:nvGrpSpPr>
          <p:cNvPr id="48" name="组合 47"/>
          <p:cNvGrpSpPr/>
          <p:nvPr/>
        </p:nvGrpSpPr>
        <p:grpSpPr>
          <a:xfrm>
            <a:off x="557530" y="2879090"/>
            <a:ext cx="2200910" cy="3404870"/>
            <a:chOff x="878" y="4534"/>
            <a:chExt cx="3466" cy="5362"/>
          </a:xfrm>
        </p:grpSpPr>
        <p:sp>
          <p:nvSpPr>
            <p:cNvPr id="12" name="矩形 11"/>
            <p:cNvSpPr/>
            <p:nvPr>
              <p:custDataLst>
                <p:tags r:id="rId14"/>
              </p:custDataLst>
            </p:nvPr>
          </p:nvSpPr>
          <p:spPr>
            <a:xfrm>
              <a:off x="878" y="4534"/>
              <a:ext cx="3466" cy="5362"/>
            </a:xfrm>
            <a:prstGeom prst="rect">
              <a:avLst/>
            </a:prstGeom>
            <a:solidFill>
              <a:schemeClr val="bg1"/>
            </a:solidFill>
            <a:ln>
              <a:noFill/>
            </a:ln>
            <a:effectLst>
              <a:outerShdw blurRad="2667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思源黑体 CN Normal" panose="020B0400000000000000" charset="-122"/>
                <a:sym typeface="微软雅黑" panose="020B0503020204020204" charset="-122"/>
              </a:endParaRPr>
            </a:p>
          </p:txBody>
        </p:sp>
        <p:grpSp>
          <p:nvGrpSpPr>
            <p:cNvPr id="38" name="组合 37"/>
            <p:cNvGrpSpPr/>
            <p:nvPr/>
          </p:nvGrpSpPr>
          <p:grpSpPr>
            <a:xfrm>
              <a:off x="1213" y="5136"/>
              <a:ext cx="2796" cy="1534"/>
              <a:chOff x="1213" y="5425"/>
              <a:chExt cx="2796" cy="1534"/>
            </a:xfrm>
          </p:grpSpPr>
          <p:sp>
            <p:nvSpPr>
              <p:cNvPr id="14" name="文本框 13"/>
              <p:cNvSpPr txBox="1"/>
              <p:nvPr>
                <p:custDataLst>
                  <p:tags r:id="rId15"/>
                </p:custDataLst>
              </p:nvPr>
            </p:nvSpPr>
            <p:spPr>
              <a:xfrm>
                <a:off x="1213" y="5943"/>
                <a:ext cx="2796" cy="1016"/>
              </a:xfrm>
              <a:prstGeom prst="rect">
                <a:avLst/>
              </a:prstGeom>
              <a:noFill/>
            </p:spPr>
            <p:txBody>
              <a:bodyPr wrap="square" rtlCol="0">
                <a:sp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单击此处输入你的正文，文字是具体介绍；</a:t>
                </a:r>
              </a:p>
            </p:txBody>
          </p:sp>
          <p:sp>
            <p:nvSpPr>
              <p:cNvPr id="17" name="文本框 16"/>
              <p:cNvSpPr txBox="1"/>
              <p:nvPr>
                <p:custDataLst>
                  <p:tags r:id="rId16"/>
                </p:custDataLst>
              </p:nvPr>
            </p:nvSpPr>
            <p:spPr>
              <a:xfrm>
                <a:off x="1213" y="5425"/>
                <a:ext cx="2572" cy="531"/>
              </a:xfrm>
              <a:prstGeom prst="rect">
                <a:avLst/>
              </a:prstGeom>
              <a:noFill/>
            </p:spPr>
            <p:txBody>
              <a:bodyPr wrap="square" rtlCol="0">
                <a:spAutoFit/>
              </a:bodyPr>
              <a:lstStyle/>
              <a:p>
                <a:pPr algn="l"/>
                <a:r>
                  <a:rPr lang="zh-CN" altLang="en-US" sz="1600" b="1" spc="100" dirty="0">
                    <a:solidFill>
                      <a:schemeClr val="tx1"/>
                    </a:solidFill>
                    <a:uFillTx/>
                    <a:latin typeface="微软雅黑" panose="020B0503020204020204" charset="-122"/>
                    <a:ea typeface="微软雅黑" panose="020B0503020204020204" charset="-122"/>
                    <a:cs typeface="+mn-ea"/>
                    <a:sym typeface="微软雅黑" panose="020B0503020204020204" charset="-122"/>
                  </a:rPr>
                  <a:t>某某某</a:t>
                </a:r>
              </a:p>
            </p:txBody>
          </p:sp>
        </p:grpSp>
        <p:pic>
          <p:nvPicPr>
            <p:cNvPr id="42" name="图片 41" descr="341743053504_.pic"/>
            <p:cNvPicPr>
              <a:picLocks noChangeAspect="1"/>
            </p:cNvPicPr>
            <p:nvPr/>
          </p:nvPicPr>
          <p:blipFill>
            <a:blip r:embed="rId19"/>
            <a:stretch>
              <a:fillRect/>
            </a:stretch>
          </p:blipFill>
          <p:spPr>
            <a:xfrm>
              <a:off x="951" y="7327"/>
              <a:ext cx="3362" cy="2569"/>
            </a:xfrm>
            <a:prstGeom prst="rect">
              <a:avLst/>
            </a:prstGeom>
          </p:spPr>
        </p:pic>
      </p:grpSp>
      <p:sp>
        <p:nvSpPr>
          <p:cNvPr id="50" name="矩形 49"/>
          <p:cNvSpPr/>
          <p:nvPr>
            <p:custDataLst>
              <p:tags r:id="rId11"/>
            </p:custDataLst>
          </p:nvPr>
        </p:nvSpPr>
        <p:spPr>
          <a:xfrm>
            <a:off x="9451975" y="2879090"/>
            <a:ext cx="2200910" cy="3404870"/>
          </a:xfrm>
          <a:prstGeom prst="rect">
            <a:avLst/>
          </a:prstGeom>
          <a:solidFill>
            <a:schemeClr val="bg1"/>
          </a:solidFill>
          <a:ln>
            <a:noFill/>
          </a:ln>
          <a:effectLst>
            <a:outerShdw blurRad="2667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思源黑体 CN Normal" panose="020B0400000000000000" charset="-122"/>
              <a:sym typeface="微软雅黑" panose="020B0503020204020204" charset="-122"/>
            </a:endParaRPr>
          </a:p>
        </p:txBody>
      </p:sp>
      <p:grpSp>
        <p:nvGrpSpPr>
          <p:cNvPr id="51" name="组合 50"/>
          <p:cNvGrpSpPr/>
          <p:nvPr/>
        </p:nvGrpSpPr>
        <p:grpSpPr>
          <a:xfrm>
            <a:off x="9664700" y="3261360"/>
            <a:ext cx="1775460" cy="974090"/>
            <a:chOff x="1213" y="5425"/>
            <a:chExt cx="2796" cy="1534"/>
          </a:xfrm>
        </p:grpSpPr>
        <p:sp>
          <p:nvSpPr>
            <p:cNvPr id="52" name="文本框 51"/>
            <p:cNvSpPr txBox="1"/>
            <p:nvPr>
              <p:custDataLst>
                <p:tags r:id="rId12"/>
              </p:custDataLst>
            </p:nvPr>
          </p:nvSpPr>
          <p:spPr>
            <a:xfrm>
              <a:off x="1213" y="5943"/>
              <a:ext cx="2796" cy="1016"/>
            </a:xfrm>
            <a:prstGeom prst="rect">
              <a:avLst/>
            </a:prstGeom>
            <a:noFill/>
          </p:spPr>
          <p:txBody>
            <a:bodyPr wrap="square" rtlCol="0">
              <a:sp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单击此处输入你的正文，文字是具体介绍；</a:t>
              </a:r>
            </a:p>
          </p:txBody>
        </p:sp>
        <p:sp>
          <p:nvSpPr>
            <p:cNvPr id="53" name="文本框 52"/>
            <p:cNvSpPr txBox="1"/>
            <p:nvPr>
              <p:custDataLst>
                <p:tags r:id="rId13"/>
              </p:custDataLst>
            </p:nvPr>
          </p:nvSpPr>
          <p:spPr>
            <a:xfrm>
              <a:off x="1213" y="5425"/>
              <a:ext cx="2572" cy="531"/>
            </a:xfrm>
            <a:prstGeom prst="rect">
              <a:avLst/>
            </a:prstGeom>
            <a:noFill/>
          </p:spPr>
          <p:txBody>
            <a:bodyPr wrap="square" rtlCol="0">
              <a:spAutoFit/>
            </a:bodyPr>
            <a:lstStyle/>
            <a:p>
              <a:pPr algn="l"/>
              <a:r>
                <a:rPr lang="zh-CN" altLang="en-US" sz="1600" b="1" spc="100" dirty="0">
                  <a:solidFill>
                    <a:schemeClr val="tx1"/>
                  </a:solidFill>
                  <a:uFillTx/>
                  <a:latin typeface="微软雅黑" panose="020B0503020204020204" charset="-122"/>
                  <a:ea typeface="微软雅黑" panose="020B0503020204020204" charset="-122"/>
                  <a:cs typeface="+mn-ea"/>
                  <a:sym typeface="微软雅黑" panose="020B0503020204020204" charset="-122"/>
                </a:rPr>
                <a:t>某某某</a:t>
              </a:r>
            </a:p>
          </p:txBody>
        </p:sp>
      </p:grpSp>
      <p:pic>
        <p:nvPicPr>
          <p:cNvPr id="54" name="图片 53" descr="341743053504_.pic"/>
          <p:cNvPicPr>
            <a:picLocks noChangeAspect="1"/>
          </p:cNvPicPr>
          <p:nvPr/>
        </p:nvPicPr>
        <p:blipFill>
          <a:blip r:embed="rId19"/>
          <a:stretch>
            <a:fillRect/>
          </a:stretch>
        </p:blipFill>
        <p:spPr>
          <a:xfrm>
            <a:off x="9498330" y="4652645"/>
            <a:ext cx="2134870" cy="1631315"/>
          </a:xfrm>
          <a:prstGeom prst="rect">
            <a:avLst/>
          </a:prstGeom>
        </p:spPr>
      </p:pic>
      <p:pic>
        <p:nvPicPr>
          <p:cNvPr id="55" name="图片 54" descr="341743053504_.pic"/>
          <p:cNvPicPr>
            <a:picLocks noChangeAspect="1"/>
          </p:cNvPicPr>
          <p:nvPr/>
        </p:nvPicPr>
        <p:blipFill>
          <a:blip r:embed="rId19"/>
          <a:stretch>
            <a:fillRect/>
          </a:stretch>
        </p:blipFill>
        <p:spPr>
          <a:xfrm>
            <a:off x="7263765" y="4652645"/>
            <a:ext cx="2134870" cy="1631315"/>
          </a:xfrm>
          <a:prstGeom prst="rect">
            <a:avLst/>
          </a:prstGeom>
        </p:spPr>
      </p:pic>
      <p:pic>
        <p:nvPicPr>
          <p:cNvPr id="56" name="图片 55" descr="341743053504_.pic"/>
          <p:cNvPicPr>
            <a:picLocks noChangeAspect="1"/>
          </p:cNvPicPr>
          <p:nvPr/>
        </p:nvPicPr>
        <p:blipFill>
          <a:blip r:embed="rId19"/>
          <a:stretch>
            <a:fillRect/>
          </a:stretch>
        </p:blipFill>
        <p:spPr>
          <a:xfrm>
            <a:off x="2826385" y="4652645"/>
            <a:ext cx="2134870" cy="1631315"/>
          </a:xfrm>
          <a:prstGeom prst="rect">
            <a:avLst/>
          </a:prstGeom>
        </p:spPr>
      </p:pic>
      <p:pic>
        <p:nvPicPr>
          <p:cNvPr id="8" name="图片 7" descr="清华大学&amp;北京清华长庚医院logo-左右横排版"/>
          <p:cNvPicPr>
            <a:picLocks noChangeAspect="1"/>
          </p:cNvPicPr>
          <p:nvPr/>
        </p:nvPicPr>
        <p:blipFill>
          <a:blip r:embed="rId20"/>
          <a:stretch>
            <a:fillRect/>
          </a:stretch>
        </p:blipFill>
        <p:spPr>
          <a:xfrm>
            <a:off x="9343390" y="148590"/>
            <a:ext cx="2664460" cy="4578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直角三角形 30"/>
          <p:cNvSpPr/>
          <p:nvPr/>
        </p:nvSpPr>
        <p:spPr>
          <a:xfrm flipH="1">
            <a:off x="1423670" y="1628775"/>
            <a:ext cx="10767695" cy="5229225"/>
          </a:xfrm>
          <a:prstGeom prst="rtTriangle">
            <a:avLst/>
          </a:prstGeom>
          <a:gradFill>
            <a:gsLst>
              <a:gs pos="100000">
                <a:srgbClr val="40B6A4">
                  <a:alpha val="0"/>
                </a:srgbClr>
              </a:gs>
              <a:gs pos="60000">
                <a:schemeClr val="bg1">
                  <a:alpha val="36000"/>
                </a:schemeClr>
              </a:gs>
              <a:gs pos="0">
                <a:schemeClr val="bg1">
                  <a:alpha val="84000"/>
                </a:schemeClr>
              </a:gs>
            </a:gsLst>
            <a:lin ang="71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6"/>
          <p:cNvSpPr/>
          <p:nvPr/>
        </p:nvSpPr>
        <p:spPr>
          <a:xfrm rot="10800000" flipH="1">
            <a:off x="635" y="-1270"/>
            <a:ext cx="12191365" cy="740410"/>
          </a:xfrm>
          <a:prstGeom prst="round1Rect">
            <a:avLst>
              <a:gd name="adj" fmla="val 27506"/>
            </a:avLst>
          </a:prstGeom>
          <a:gradFill>
            <a:gsLst>
              <a:gs pos="74000">
                <a:srgbClr val="6AAA9A">
                  <a:alpha val="46000"/>
                </a:srgbClr>
              </a:gs>
              <a:gs pos="100000">
                <a:srgbClr val="7AB39B">
                  <a:alpha val="33000"/>
                </a:srgbClr>
              </a:gs>
              <a:gs pos="47000">
                <a:srgbClr val="5AA199">
                  <a:alpha val="75000"/>
                </a:srgbClr>
              </a:gs>
              <a:gs pos="15000">
                <a:srgbClr val="398F96">
                  <a:alpha val="10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13995" y="77470"/>
            <a:ext cx="7926705" cy="583565"/>
          </a:xfrm>
          <a:prstGeom prst="rect">
            <a:avLst/>
          </a:prstGeom>
          <a:noFill/>
        </p:spPr>
        <p:txBody>
          <a:bodyPr wrap="square" rtlCol="0">
            <a:spAutoFit/>
          </a:bodyPr>
          <a:lstStyle/>
          <a:p>
            <a:r>
              <a:rPr lang="zh-CN" sz="3200" b="1">
                <a:solidFill>
                  <a:schemeClr val="bg1"/>
                </a:solidFill>
                <a:latin typeface="微软雅黑" panose="020B0503020204020204" charset="-122"/>
                <a:ea typeface="微软雅黑" panose="020B0503020204020204" charset="-122"/>
                <a:sym typeface="+mn-ea"/>
              </a:rPr>
              <a:t>此处输入小标题</a:t>
            </a:r>
            <a:endParaRPr lang="zh-CN" altLang="en-US" sz="3200" b="1">
              <a:solidFill>
                <a:schemeClr val="bg1"/>
              </a:solidFill>
              <a:latin typeface="微软雅黑" panose="020B0503020204020204" charset="-122"/>
              <a:ea typeface="微软雅黑" panose="020B0503020204020204" charset="-122"/>
            </a:endParaRPr>
          </a:p>
        </p:txBody>
      </p:sp>
      <p:sp>
        <p:nvSpPr>
          <p:cNvPr id="81" name="文本框 5"/>
          <p:cNvSpPr txBox="1"/>
          <p:nvPr>
            <p:custDataLst>
              <p:tags r:id="rId1"/>
            </p:custDataLst>
          </p:nvPr>
        </p:nvSpPr>
        <p:spPr bwMode="auto">
          <a:xfrm>
            <a:off x="638810" y="2210435"/>
            <a:ext cx="2153285" cy="1396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Arial" panose="020B0604020202020204" pitchFamily="34" charset="0"/>
                <a:ea typeface="微软雅黑" panose="020B0503020204020204" charset="-122"/>
              </a:defRPr>
            </a:lvl1pPr>
            <a:lvl2pPr marL="457200">
              <a:defRPr sz="1300">
                <a:solidFill>
                  <a:schemeClr val="tx1"/>
                </a:solidFill>
                <a:latin typeface="Arial" panose="020B0604020202020204" pitchFamily="34" charset="0"/>
                <a:ea typeface="微软雅黑" panose="020B0503020204020204" charset="-122"/>
              </a:defRPr>
            </a:lvl2pPr>
            <a:lvl3pPr marL="914400">
              <a:defRPr sz="1300">
                <a:solidFill>
                  <a:schemeClr val="tx1"/>
                </a:solidFill>
                <a:latin typeface="Arial" panose="020B0604020202020204" pitchFamily="34" charset="0"/>
                <a:ea typeface="微软雅黑" panose="020B0503020204020204" charset="-122"/>
              </a:defRPr>
            </a:lvl3pPr>
            <a:lvl4pPr marL="1371600">
              <a:defRPr sz="1300">
                <a:solidFill>
                  <a:schemeClr val="tx1"/>
                </a:solidFill>
                <a:latin typeface="Arial" panose="020B0604020202020204" pitchFamily="34" charset="0"/>
                <a:ea typeface="微软雅黑" panose="020B0503020204020204" charset="-122"/>
              </a:defRPr>
            </a:lvl4pPr>
            <a:lvl5pPr marL="1828800">
              <a:defRPr sz="1300">
                <a:solidFill>
                  <a:schemeClr val="tx1"/>
                </a:solidFill>
                <a:latin typeface="Arial" panose="020B0604020202020204" pitchFamily="34" charset="0"/>
                <a:ea typeface="微软雅黑" panose="020B0503020204020204" charset="-122"/>
              </a:defRPr>
            </a:lvl5pPr>
            <a:lvl6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6pPr>
            <a:lvl7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7pPr>
            <a:lvl8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8pPr>
            <a:lvl9pPr indent="457200" eaLnBrk="0" fontAlgn="base" hangingPunct="0">
              <a:spcBef>
                <a:spcPct val="0"/>
              </a:spcBef>
              <a:spcAft>
                <a:spcPct val="0"/>
              </a:spcAft>
              <a:defRPr sz="1300">
                <a:solidFill>
                  <a:schemeClr val="tx1"/>
                </a:solidFill>
                <a:latin typeface="Arial" panose="020B0604020202020204" pitchFamily="34" charset="0"/>
                <a:ea typeface="微软雅黑" panose="020B0503020204020204" charset="-122"/>
              </a:defRPr>
            </a:lvl9pPr>
          </a:lstStyle>
          <a:p>
            <a:pPr algn="ctr" fontAlgn="auto">
              <a:lnSpc>
                <a:spcPct val="150000"/>
              </a:lnSpc>
            </a:pPr>
            <a:r>
              <a:rPr lang="zh-CN" altLang="en-US" sz="1200" dirty="0">
                <a:solidFill>
                  <a:schemeClr val="bg1"/>
                </a:solidFill>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单击此处输入你的正文，文字是您思想的炼，请尽量言简意赅的阐述观点；</a:t>
            </a:r>
          </a:p>
        </p:txBody>
      </p:sp>
      <p:grpSp>
        <p:nvGrpSpPr>
          <p:cNvPr id="74" name="组合 73"/>
          <p:cNvGrpSpPr/>
          <p:nvPr/>
        </p:nvGrpSpPr>
        <p:grpSpPr>
          <a:xfrm>
            <a:off x="856400" y="1689645"/>
            <a:ext cx="4977345" cy="2101940"/>
            <a:chOff x="1445" y="2661"/>
            <a:chExt cx="7838" cy="3310"/>
          </a:xfrm>
        </p:grpSpPr>
        <p:sp>
          <p:nvSpPr>
            <p:cNvPr id="8" name="矩形: 圆角 44"/>
            <p:cNvSpPr/>
            <p:nvPr>
              <p:custDataLst>
                <p:tags r:id="rId11"/>
              </p:custDataLst>
            </p:nvPr>
          </p:nvSpPr>
          <p:spPr>
            <a:xfrm>
              <a:off x="1445" y="3017"/>
              <a:ext cx="7838" cy="2954"/>
            </a:xfrm>
            <a:prstGeom prst="roundRect">
              <a:avLst>
                <a:gd name="adj" fmla="val 8084"/>
              </a:avLst>
            </a:prstGeom>
            <a:solidFill>
              <a:schemeClr val="bg1">
                <a:alpha val="80000"/>
              </a:schemeClr>
            </a:solidFill>
            <a:ln>
              <a:noFill/>
            </a:ln>
            <a:effectLst>
              <a:outerShdw blurRad="419100" dist="114300" dir="2700000" sx="98000" sy="98000" algn="tl" rotWithShape="0">
                <a:srgbClr val="3A8F96">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charset="-122"/>
                <a:ea typeface="微软雅黑" panose="020B0503020204020204" charset="-122"/>
                <a:sym typeface="微软雅黑" panose="020B0503020204020204" charset="-122"/>
              </a:endParaRPr>
            </a:p>
          </p:txBody>
        </p:sp>
        <p:sp>
          <p:nvSpPr>
            <p:cNvPr id="3" name="矩形: 圆角 54"/>
            <p:cNvSpPr/>
            <p:nvPr>
              <p:custDataLst>
                <p:tags r:id="rId12"/>
              </p:custDataLst>
            </p:nvPr>
          </p:nvSpPr>
          <p:spPr>
            <a:xfrm>
              <a:off x="1445" y="2661"/>
              <a:ext cx="5328" cy="930"/>
            </a:xfrm>
            <a:prstGeom prst="roundRect">
              <a:avLst>
                <a:gd name="adj" fmla="val 50000"/>
              </a:avLst>
            </a:prstGeom>
            <a:gradFill flip="none" rotWithShape="1">
              <a:gsLst>
                <a:gs pos="50000">
                  <a:srgbClr val="8BBD9C"/>
                </a:gs>
                <a:gs pos="0">
                  <a:srgbClr val="8BBD9C"/>
                </a:gs>
                <a:gs pos="100000">
                  <a:srgbClr val="3A8F96"/>
                </a:gs>
              </a:gsLst>
              <a:lin scaled="1"/>
            </a:gradFill>
            <a:ln>
              <a:noFill/>
            </a:ln>
            <a:effectLst>
              <a:outerShdw blurRad="419100" dist="114300" dir="2700000" sx="98000" sy="98000" algn="tl" rotWithShape="0">
                <a:schemeClr val="accent1">
                  <a:lumMod val="60000"/>
                  <a:lumOff val="40000"/>
                  <a:alpha val="3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anose="020B0503020204020204" charset="-122"/>
                  <a:ea typeface="微软雅黑" panose="020B0503020204020204" charset="-122"/>
                  <a:sym typeface="微软雅黑" panose="020B0503020204020204" charset="-122"/>
                </a:rPr>
                <a:t>这里输入时间如第一季度</a:t>
              </a:r>
            </a:p>
          </p:txBody>
        </p:sp>
        <p:sp>
          <p:nvSpPr>
            <p:cNvPr id="73" name="文本框 72"/>
            <p:cNvSpPr txBox="1"/>
            <p:nvPr>
              <p:custDataLst>
                <p:tags r:id="rId13"/>
              </p:custDataLst>
            </p:nvPr>
          </p:nvSpPr>
          <p:spPr>
            <a:xfrm>
              <a:off x="1877" y="4009"/>
              <a:ext cx="6108" cy="817"/>
            </a:xfrm>
            <a:prstGeom prst="rect">
              <a:avLst/>
            </a:prstGeom>
            <a:noFill/>
          </p:spPr>
          <p:txBody>
            <a:bodyPr wrap="square" rtlCol="0">
              <a:no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单击此处输入你的正文，文字是具体介绍；</a:t>
              </a:r>
            </a:p>
          </p:txBody>
        </p:sp>
      </p:grpSp>
      <p:grpSp>
        <p:nvGrpSpPr>
          <p:cNvPr id="106" name="组合 105"/>
          <p:cNvGrpSpPr/>
          <p:nvPr/>
        </p:nvGrpSpPr>
        <p:grpSpPr>
          <a:xfrm>
            <a:off x="6397410" y="1689645"/>
            <a:ext cx="4977345" cy="2101940"/>
            <a:chOff x="1445" y="2661"/>
            <a:chExt cx="7838" cy="3310"/>
          </a:xfrm>
        </p:grpSpPr>
        <p:sp>
          <p:nvSpPr>
            <p:cNvPr id="107" name="矩形: 圆角 44"/>
            <p:cNvSpPr/>
            <p:nvPr>
              <p:custDataLst>
                <p:tags r:id="rId8"/>
              </p:custDataLst>
            </p:nvPr>
          </p:nvSpPr>
          <p:spPr>
            <a:xfrm>
              <a:off x="1445" y="3017"/>
              <a:ext cx="7838" cy="2954"/>
            </a:xfrm>
            <a:prstGeom prst="roundRect">
              <a:avLst>
                <a:gd name="adj" fmla="val 8084"/>
              </a:avLst>
            </a:prstGeom>
            <a:solidFill>
              <a:schemeClr val="bg1">
                <a:alpha val="80000"/>
              </a:schemeClr>
            </a:solidFill>
            <a:ln>
              <a:noFill/>
            </a:ln>
            <a:effectLst>
              <a:outerShdw blurRad="419100" dist="114300" dir="2700000" sx="98000" sy="98000" algn="tl" rotWithShape="0">
                <a:srgbClr val="3A8F96">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charset="-122"/>
                <a:ea typeface="微软雅黑" panose="020B0503020204020204" charset="-122"/>
                <a:sym typeface="微软雅黑" panose="020B0503020204020204" charset="-122"/>
              </a:endParaRPr>
            </a:p>
          </p:txBody>
        </p:sp>
        <p:sp>
          <p:nvSpPr>
            <p:cNvPr id="108" name="矩形: 圆角 54"/>
            <p:cNvSpPr/>
            <p:nvPr>
              <p:custDataLst>
                <p:tags r:id="rId9"/>
              </p:custDataLst>
            </p:nvPr>
          </p:nvSpPr>
          <p:spPr>
            <a:xfrm>
              <a:off x="1445" y="2661"/>
              <a:ext cx="5328" cy="930"/>
            </a:xfrm>
            <a:prstGeom prst="roundRect">
              <a:avLst>
                <a:gd name="adj" fmla="val 50000"/>
              </a:avLst>
            </a:prstGeom>
            <a:gradFill flip="none" rotWithShape="1">
              <a:gsLst>
                <a:gs pos="50000">
                  <a:srgbClr val="8BBD9C"/>
                </a:gs>
                <a:gs pos="0">
                  <a:srgbClr val="8BBD9C"/>
                </a:gs>
                <a:gs pos="100000">
                  <a:srgbClr val="3A8F96"/>
                </a:gs>
              </a:gsLst>
              <a:lin scaled="1"/>
            </a:gradFill>
            <a:ln>
              <a:noFill/>
            </a:ln>
            <a:effectLst>
              <a:outerShdw blurRad="419100" dist="114300" dir="2700000" sx="98000" sy="98000" algn="tl" rotWithShape="0">
                <a:schemeClr val="accent1">
                  <a:lumMod val="60000"/>
                  <a:lumOff val="40000"/>
                  <a:alpha val="3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anose="020B0503020204020204" charset="-122"/>
                  <a:ea typeface="微软雅黑" panose="020B0503020204020204" charset="-122"/>
                  <a:sym typeface="微软雅黑" panose="020B0503020204020204" charset="-122"/>
                </a:rPr>
                <a:t>这里输入时间如第一季度</a:t>
              </a:r>
            </a:p>
          </p:txBody>
        </p:sp>
        <p:sp>
          <p:nvSpPr>
            <p:cNvPr id="109" name="文本框 108"/>
            <p:cNvSpPr txBox="1"/>
            <p:nvPr>
              <p:custDataLst>
                <p:tags r:id="rId10"/>
              </p:custDataLst>
            </p:nvPr>
          </p:nvSpPr>
          <p:spPr>
            <a:xfrm>
              <a:off x="1877" y="4009"/>
              <a:ext cx="6108" cy="817"/>
            </a:xfrm>
            <a:prstGeom prst="rect">
              <a:avLst/>
            </a:prstGeom>
            <a:noFill/>
          </p:spPr>
          <p:txBody>
            <a:bodyPr wrap="square" rtlCol="0">
              <a:no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单击此处输入你的正文，文字是具体介绍；</a:t>
              </a:r>
            </a:p>
          </p:txBody>
        </p:sp>
      </p:grpSp>
      <p:grpSp>
        <p:nvGrpSpPr>
          <p:cNvPr id="110" name="组合 109"/>
          <p:cNvGrpSpPr/>
          <p:nvPr/>
        </p:nvGrpSpPr>
        <p:grpSpPr>
          <a:xfrm>
            <a:off x="856400" y="4303305"/>
            <a:ext cx="4977345" cy="2101940"/>
            <a:chOff x="1445" y="2661"/>
            <a:chExt cx="7838" cy="3310"/>
          </a:xfrm>
        </p:grpSpPr>
        <p:sp>
          <p:nvSpPr>
            <p:cNvPr id="111" name="矩形: 圆角 44"/>
            <p:cNvSpPr/>
            <p:nvPr>
              <p:custDataLst>
                <p:tags r:id="rId5"/>
              </p:custDataLst>
            </p:nvPr>
          </p:nvSpPr>
          <p:spPr>
            <a:xfrm>
              <a:off x="1445" y="3017"/>
              <a:ext cx="7838" cy="2954"/>
            </a:xfrm>
            <a:prstGeom prst="roundRect">
              <a:avLst>
                <a:gd name="adj" fmla="val 8084"/>
              </a:avLst>
            </a:prstGeom>
            <a:solidFill>
              <a:schemeClr val="bg1">
                <a:alpha val="80000"/>
              </a:schemeClr>
            </a:solidFill>
            <a:ln>
              <a:noFill/>
            </a:ln>
            <a:effectLst>
              <a:outerShdw blurRad="419100" dist="114300" dir="2700000" sx="98000" sy="98000" algn="tl" rotWithShape="0">
                <a:srgbClr val="3A8F96">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charset="-122"/>
                <a:ea typeface="微软雅黑" panose="020B0503020204020204" charset="-122"/>
                <a:sym typeface="微软雅黑" panose="020B0503020204020204" charset="-122"/>
              </a:endParaRPr>
            </a:p>
          </p:txBody>
        </p:sp>
        <p:sp>
          <p:nvSpPr>
            <p:cNvPr id="112" name="矩形: 圆角 54"/>
            <p:cNvSpPr/>
            <p:nvPr>
              <p:custDataLst>
                <p:tags r:id="rId6"/>
              </p:custDataLst>
            </p:nvPr>
          </p:nvSpPr>
          <p:spPr>
            <a:xfrm>
              <a:off x="1445" y="2661"/>
              <a:ext cx="5328" cy="930"/>
            </a:xfrm>
            <a:prstGeom prst="roundRect">
              <a:avLst>
                <a:gd name="adj" fmla="val 50000"/>
              </a:avLst>
            </a:prstGeom>
            <a:gradFill flip="none" rotWithShape="1">
              <a:gsLst>
                <a:gs pos="50000">
                  <a:srgbClr val="8BBD9C"/>
                </a:gs>
                <a:gs pos="0">
                  <a:srgbClr val="8BBD9C"/>
                </a:gs>
                <a:gs pos="100000">
                  <a:srgbClr val="3A8F96"/>
                </a:gs>
              </a:gsLst>
              <a:lin scaled="1"/>
            </a:gradFill>
            <a:ln>
              <a:noFill/>
            </a:ln>
            <a:effectLst>
              <a:outerShdw blurRad="419100" dist="114300" dir="2700000" sx="98000" sy="98000" algn="tl" rotWithShape="0">
                <a:schemeClr val="accent1">
                  <a:lumMod val="60000"/>
                  <a:lumOff val="40000"/>
                  <a:alpha val="3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anose="020B0503020204020204" charset="-122"/>
                  <a:ea typeface="微软雅黑" panose="020B0503020204020204" charset="-122"/>
                  <a:sym typeface="微软雅黑" panose="020B0503020204020204" charset="-122"/>
                </a:rPr>
                <a:t>这里输入时间如第一季度</a:t>
              </a:r>
            </a:p>
          </p:txBody>
        </p:sp>
        <p:sp>
          <p:nvSpPr>
            <p:cNvPr id="113" name="文本框 112"/>
            <p:cNvSpPr txBox="1"/>
            <p:nvPr>
              <p:custDataLst>
                <p:tags r:id="rId7"/>
              </p:custDataLst>
            </p:nvPr>
          </p:nvSpPr>
          <p:spPr>
            <a:xfrm>
              <a:off x="1877" y="4009"/>
              <a:ext cx="6108" cy="817"/>
            </a:xfrm>
            <a:prstGeom prst="rect">
              <a:avLst/>
            </a:prstGeom>
            <a:noFill/>
          </p:spPr>
          <p:txBody>
            <a:bodyPr wrap="square" rtlCol="0">
              <a:no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单击此处输入你的正文，文字是具体介绍；</a:t>
              </a:r>
            </a:p>
          </p:txBody>
        </p:sp>
      </p:grpSp>
      <p:grpSp>
        <p:nvGrpSpPr>
          <p:cNvPr id="114" name="组合 113"/>
          <p:cNvGrpSpPr/>
          <p:nvPr/>
        </p:nvGrpSpPr>
        <p:grpSpPr>
          <a:xfrm>
            <a:off x="6397410" y="4303305"/>
            <a:ext cx="4977345" cy="2101940"/>
            <a:chOff x="1445" y="2661"/>
            <a:chExt cx="7838" cy="3310"/>
          </a:xfrm>
        </p:grpSpPr>
        <p:sp>
          <p:nvSpPr>
            <p:cNvPr id="115" name="矩形: 圆角 44"/>
            <p:cNvSpPr/>
            <p:nvPr>
              <p:custDataLst>
                <p:tags r:id="rId2"/>
              </p:custDataLst>
            </p:nvPr>
          </p:nvSpPr>
          <p:spPr>
            <a:xfrm>
              <a:off x="1445" y="3017"/>
              <a:ext cx="7838" cy="2954"/>
            </a:xfrm>
            <a:prstGeom prst="roundRect">
              <a:avLst>
                <a:gd name="adj" fmla="val 8084"/>
              </a:avLst>
            </a:prstGeom>
            <a:solidFill>
              <a:schemeClr val="bg1">
                <a:alpha val="80000"/>
              </a:schemeClr>
            </a:solidFill>
            <a:ln>
              <a:noFill/>
            </a:ln>
            <a:effectLst>
              <a:outerShdw blurRad="419100" dist="114300" dir="2700000" sx="98000" sy="98000" algn="tl" rotWithShape="0">
                <a:srgbClr val="3A8F96">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charset="-122"/>
                <a:ea typeface="微软雅黑" panose="020B0503020204020204" charset="-122"/>
                <a:sym typeface="微软雅黑" panose="020B0503020204020204" charset="-122"/>
              </a:endParaRPr>
            </a:p>
          </p:txBody>
        </p:sp>
        <p:sp>
          <p:nvSpPr>
            <p:cNvPr id="116" name="矩形: 圆角 54"/>
            <p:cNvSpPr/>
            <p:nvPr>
              <p:custDataLst>
                <p:tags r:id="rId3"/>
              </p:custDataLst>
            </p:nvPr>
          </p:nvSpPr>
          <p:spPr>
            <a:xfrm>
              <a:off x="1445" y="2661"/>
              <a:ext cx="5328" cy="930"/>
            </a:xfrm>
            <a:prstGeom prst="roundRect">
              <a:avLst>
                <a:gd name="adj" fmla="val 50000"/>
              </a:avLst>
            </a:prstGeom>
            <a:gradFill flip="none" rotWithShape="1">
              <a:gsLst>
                <a:gs pos="50000">
                  <a:srgbClr val="8BBD9C"/>
                </a:gs>
                <a:gs pos="0">
                  <a:srgbClr val="8BBD9C"/>
                </a:gs>
                <a:gs pos="100000">
                  <a:srgbClr val="3A8F96"/>
                </a:gs>
              </a:gsLst>
              <a:lin scaled="1"/>
            </a:gradFill>
            <a:ln>
              <a:noFill/>
            </a:ln>
            <a:effectLst>
              <a:outerShdw blurRad="419100" dist="114300" dir="2700000" sx="98000" sy="98000" algn="tl" rotWithShape="0">
                <a:schemeClr val="accent1">
                  <a:lumMod val="60000"/>
                  <a:lumOff val="40000"/>
                  <a:alpha val="3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anose="020B0503020204020204" charset="-122"/>
                  <a:ea typeface="微软雅黑" panose="020B0503020204020204" charset="-122"/>
                  <a:sym typeface="微软雅黑" panose="020B0503020204020204" charset="-122"/>
                </a:rPr>
                <a:t>这里输入时间如第一季度</a:t>
              </a:r>
            </a:p>
          </p:txBody>
        </p:sp>
        <p:sp>
          <p:nvSpPr>
            <p:cNvPr id="117" name="文本框 116"/>
            <p:cNvSpPr txBox="1"/>
            <p:nvPr>
              <p:custDataLst>
                <p:tags r:id="rId4"/>
              </p:custDataLst>
            </p:nvPr>
          </p:nvSpPr>
          <p:spPr>
            <a:xfrm>
              <a:off x="1877" y="4009"/>
              <a:ext cx="6108" cy="817"/>
            </a:xfrm>
            <a:prstGeom prst="rect">
              <a:avLst/>
            </a:prstGeom>
            <a:noFill/>
          </p:spPr>
          <p:txBody>
            <a:bodyPr wrap="square" rtlCol="0">
              <a:noAutofit/>
            </a:bodyPr>
            <a:lstStyle/>
            <a:p>
              <a:pPr fontAlgn="auto">
                <a:lnSpc>
                  <a:spcPct val="150000"/>
                </a:lnSpc>
              </a:pPr>
              <a:r>
                <a:rPr lang="zh-CN" altLang="en-US" sz="12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单击此处输入你的正文，文字是具体介绍；</a:t>
              </a:r>
            </a:p>
          </p:txBody>
        </p:sp>
      </p:grpSp>
      <p:pic>
        <p:nvPicPr>
          <p:cNvPr id="2" name="图片 1" descr="清华大学&amp;北京清华长庚医院logo-左右横排版"/>
          <p:cNvPicPr>
            <a:picLocks noChangeAspect="1"/>
          </p:cNvPicPr>
          <p:nvPr/>
        </p:nvPicPr>
        <p:blipFill>
          <a:blip r:embed="rId15"/>
          <a:stretch>
            <a:fillRect/>
          </a:stretch>
        </p:blipFill>
        <p:spPr>
          <a:xfrm>
            <a:off x="9343390" y="148590"/>
            <a:ext cx="2664460" cy="4578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0A5A4"/>
        </a:solidFill>
        <a:effectLst/>
      </p:bgPr>
    </p:bg>
    <p:spTree>
      <p:nvGrpSpPr>
        <p:cNvPr id="1" name=""/>
        <p:cNvGrpSpPr/>
        <p:nvPr/>
      </p:nvGrpSpPr>
      <p:grpSpPr>
        <a:xfrm>
          <a:off x="0" y="0"/>
          <a:ext cx="0" cy="0"/>
          <a:chOff x="0" y="0"/>
          <a:chExt cx="0" cy="0"/>
        </a:xfrm>
      </p:grpSpPr>
      <p:sp>
        <p:nvSpPr>
          <p:cNvPr id="26" name="单圆角矩形 25"/>
          <p:cNvSpPr/>
          <p:nvPr/>
        </p:nvSpPr>
        <p:spPr>
          <a:xfrm rot="10800000" flipH="1">
            <a:off x="-6985" y="3011170"/>
            <a:ext cx="12198985" cy="3846830"/>
          </a:xfrm>
          <a:prstGeom prst="round1Rect">
            <a:avLst>
              <a:gd name="adj" fmla="val 27506"/>
            </a:avLst>
          </a:prstGeom>
          <a:gradFill>
            <a:gsLst>
              <a:gs pos="74000">
                <a:srgbClr val="6AAA9A">
                  <a:alpha val="46000"/>
                </a:srgbClr>
              </a:gs>
              <a:gs pos="100000">
                <a:srgbClr val="7AB39B">
                  <a:alpha val="33000"/>
                </a:srgbClr>
              </a:gs>
              <a:gs pos="47000">
                <a:srgbClr val="5AA199">
                  <a:alpha val="75000"/>
                </a:srgbClr>
              </a:gs>
              <a:gs pos="15000">
                <a:srgbClr val="398F96">
                  <a:alpha val="10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userDrawn="1">
            <p:custDataLst>
              <p:tags r:id="rId1"/>
            </p:custDataLst>
          </p:nvPr>
        </p:nvPicPr>
        <p:blipFill>
          <a:blip r:embed="rId3">
            <a:alphaModFix amt="25000"/>
          </a:blip>
          <a:srcRect/>
          <a:stretch>
            <a:fillRect/>
          </a:stretch>
        </p:blipFill>
        <p:spPr>
          <a:xfrm>
            <a:off x="4249420" y="280670"/>
            <a:ext cx="11922760" cy="8030210"/>
          </a:xfrm>
          <a:prstGeom prst="rect">
            <a:avLst/>
          </a:prstGeom>
        </p:spPr>
      </p:pic>
      <p:sp>
        <p:nvSpPr>
          <p:cNvPr id="3" name="矩形 2"/>
          <p:cNvSpPr/>
          <p:nvPr/>
        </p:nvSpPr>
        <p:spPr>
          <a:xfrm>
            <a:off x="635" y="3011170"/>
            <a:ext cx="12192000" cy="1259205"/>
          </a:xfrm>
          <a:prstGeom prst="rect">
            <a:avLst/>
          </a:prstGeom>
          <a:solidFill>
            <a:srgbClr val="4595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0" name="文本框 19"/>
          <p:cNvSpPr txBox="1"/>
          <p:nvPr/>
        </p:nvSpPr>
        <p:spPr>
          <a:xfrm>
            <a:off x="682625" y="1491615"/>
            <a:ext cx="4389120" cy="3476625"/>
          </a:xfrm>
          <a:prstGeom prst="rect">
            <a:avLst/>
          </a:prstGeom>
          <a:noFill/>
        </p:spPr>
        <p:txBody>
          <a:bodyPr wrap="square" rtlCol="0">
            <a:spAutoFit/>
          </a:bodyPr>
          <a:lstStyle/>
          <a:p>
            <a:pPr algn="ctr"/>
            <a:r>
              <a:rPr lang="en-US" altLang="zh-CN" sz="22000" b="1">
                <a:solidFill>
                  <a:schemeClr val="bg1"/>
                </a:solidFill>
                <a:latin typeface="微软雅黑" panose="020B0503020204020204" charset="-122"/>
                <a:ea typeface="微软雅黑" panose="020B0503020204020204" charset="-122"/>
              </a:rPr>
              <a:t>03</a:t>
            </a:r>
          </a:p>
        </p:txBody>
      </p:sp>
      <p:sp>
        <p:nvSpPr>
          <p:cNvPr id="15" name="文本框 14"/>
          <p:cNvSpPr txBox="1"/>
          <p:nvPr/>
        </p:nvSpPr>
        <p:spPr>
          <a:xfrm>
            <a:off x="942340" y="4315460"/>
            <a:ext cx="3848100" cy="645160"/>
          </a:xfrm>
          <a:prstGeom prst="rect">
            <a:avLst/>
          </a:prstGeom>
          <a:noFill/>
        </p:spPr>
        <p:txBody>
          <a:bodyPr wrap="square" rtlCol="0">
            <a:spAutoFit/>
          </a:bodyPr>
          <a:lstStyle/>
          <a:p>
            <a:pPr algn="ctr"/>
            <a:r>
              <a:rPr lang="en-US" altLang="zh-CN" sz="3600">
                <a:solidFill>
                  <a:schemeClr val="bg1"/>
                </a:solidFill>
              </a:rPr>
              <a:t>PART THREE</a:t>
            </a:r>
          </a:p>
        </p:txBody>
      </p:sp>
      <p:sp>
        <p:nvSpPr>
          <p:cNvPr id="16" name="文本框 15"/>
          <p:cNvSpPr txBox="1"/>
          <p:nvPr/>
        </p:nvSpPr>
        <p:spPr>
          <a:xfrm>
            <a:off x="5442585" y="3143885"/>
            <a:ext cx="5986145" cy="1014730"/>
          </a:xfrm>
          <a:prstGeom prst="rect">
            <a:avLst/>
          </a:prstGeom>
          <a:noFill/>
        </p:spPr>
        <p:txBody>
          <a:bodyPr wrap="square" rtlCol="0">
            <a:spAutoFit/>
          </a:bodyPr>
          <a:lstStyle/>
          <a:p>
            <a:pPr algn="ctr"/>
            <a:r>
              <a:rPr lang="zh-CN" altLang="en-US" sz="6000" b="1">
                <a:solidFill>
                  <a:schemeClr val="bg1"/>
                </a:solidFill>
                <a:latin typeface="微软雅黑" panose="020B0503020204020204" charset="-122"/>
                <a:ea typeface="微软雅黑" panose="020B0503020204020204" charset="-122"/>
              </a:rPr>
              <a:t>此处输入标题</a:t>
            </a:r>
          </a:p>
        </p:txBody>
      </p:sp>
      <p:sp>
        <p:nvSpPr>
          <p:cNvPr id="5" name="直角三角形 4"/>
          <p:cNvSpPr/>
          <p:nvPr/>
        </p:nvSpPr>
        <p:spPr>
          <a:xfrm rot="13500000">
            <a:off x="-445770" y="3188335"/>
            <a:ext cx="923925" cy="925830"/>
          </a:xfrm>
          <a:prstGeom prst="rtTriangle">
            <a:avLst/>
          </a:prstGeom>
          <a:solidFill>
            <a:srgbClr val="66A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单圆角矩形 6"/>
          <p:cNvSpPr/>
          <p:nvPr/>
        </p:nvSpPr>
        <p:spPr>
          <a:xfrm rot="10800000" flipH="1">
            <a:off x="635" y="-1270"/>
            <a:ext cx="12191365" cy="740410"/>
          </a:xfrm>
          <a:prstGeom prst="round1Rect">
            <a:avLst>
              <a:gd name="adj" fmla="val 27506"/>
            </a:avLst>
          </a:prstGeom>
          <a:gradFill>
            <a:gsLst>
              <a:gs pos="74000">
                <a:srgbClr val="6AAA9A">
                  <a:alpha val="46000"/>
                </a:srgbClr>
              </a:gs>
              <a:gs pos="100000">
                <a:srgbClr val="7AB39B">
                  <a:alpha val="33000"/>
                </a:srgbClr>
              </a:gs>
              <a:gs pos="47000">
                <a:srgbClr val="5AA199">
                  <a:alpha val="75000"/>
                </a:srgbClr>
              </a:gs>
              <a:gs pos="15000">
                <a:srgbClr val="398F96">
                  <a:alpha val="10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13995" y="77470"/>
            <a:ext cx="7926705" cy="583565"/>
          </a:xfrm>
          <a:prstGeom prst="rect">
            <a:avLst/>
          </a:prstGeom>
          <a:noFill/>
        </p:spPr>
        <p:txBody>
          <a:bodyPr wrap="square" rtlCol="0">
            <a:spAutoFit/>
          </a:bodyPr>
          <a:lstStyle/>
          <a:p>
            <a:r>
              <a:rPr lang="zh-CN" sz="3200" b="1">
                <a:solidFill>
                  <a:schemeClr val="bg1"/>
                </a:solidFill>
                <a:latin typeface="微软雅黑" panose="020B0503020204020204" charset="-122"/>
                <a:ea typeface="微软雅黑" panose="020B0503020204020204" charset="-122"/>
              </a:rPr>
              <a:t>此处输入小标题</a:t>
            </a:r>
          </a:p>
        </p:txBody>
      </p:sp>
      <p:pic>
        <p:nvPicPr>
          <p:cNvPr id="100" name="图片 99"/>
          <p:cNvPicPr/>
          <p:nvPr/>
        </p:nvPicPr>
        <p:blipFill>
          <a:blip r:embed="rId29">
            <a:alphaModFix amt="12000"/>
            <a:grayscl/>
          </a:blip>
          <a:srcRect b="55529"/>
          <a:stretch>
            <a:fillRect/>
          </a:stretch>
        </p:blipFill>
        <p:spPr>
          <a:xfrm>
            <a:off x="5777865" y="1054735"/>
            <a:ext cx="6715760" cy="5576570"/>
          </a:xfrm>
          <a:prstGeom prst="rect">
            <a:avLst/>
          </a:prstGeom>
          <a:noFill/>
          <a:ln w="9525">
            <a:noFill/>
          </a:ln>
        </p:spPr>
      </p:pic>
      <p:grpSp>
        <p:nvGrpSpPr>
          <p:cNvPr id="64" name="组合 63"/>
          <p:cNvGrpSpPr/>
          <p:nvPr/>
        </p:nvGrpSpPr>
        <p:grpSpPr>
          <a:xfrm>
            <a:off x="1090930" y="2556510"/>
            <a:ext cx="10010775" cy="3328670"/>
            <a:chOff x="1718" y="4118"/>
            <a:chExt cx="15765" cy="5242"/>
          </a:xfrm>
        </p:grpSpPr>
        <p:sp>
          <p:nvSpPr>
            <p:cNvPr id="21" name="矩形: 圆角 20"/>
            <p:cNvSpPr/>
            <p:nvPr>
              <p:custDataLst>
                <p:tags r:id="rId4"/>
              </p:custDataLst>
            </p:nvPr>
          </p:nvSpPr>
          <p:spPr>
            <a:xfrm>
              <a:off x="1718" y="4118"/>
              <a:ext cx="7662" cy="1554"/>
            </a:xfrm>
            <a:prstGeom prst="roundRect">
              <a:avLst>
                <a:gd name="adj" fmla="val 29363"/>
              </a:avLst>
            </a:prstGeom>
            <a:solidFill>
              <a:schemeClr val="bg1"/>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grpSp>
          <p:nvGrpSpPr>
            <p:cNvPr id="22" name="组合 21"/>
            <p:cNvGrpSpPr/>
            <p:nvPr/>
          </p:nvGrpSpPr>
          <p:grpSpPr>
            <a:xfrm>
              <a:off x="2039" y="4331"/>
              <a:ext cx="1129" cy="1129"/>
              <a:chOff x="419946" y="3004713"/>
              <a:chExt cx="869103" cy="869103"/>
            </a:xfrm>
          </p:grpSpPr>
          <p:sp>
            <p:nvSpPr>
              <p:cNvPr id="2" name="椭圆 1"/>
              <p:cNvSpPr/>
              <p:nvPr>
                <p:custDataLst>
                  <p:tags r:id="rId26"/>
                </p:custDataLst>
              </p:nvPr>
            </p:nvSpPr>
            <p:spPr>
              <a:xfrm>
                <a:off x="498149" y="3089269"/>
                <a:ext cx="699990" cy="699990"/>
              </a:xfrm>
              <a:prstGeom prst="ellipse">
                <a:avLst/>
              </a:prstGeom>
              <a:solidFill>
                <a:srgbClr val="2C7175"/>
              </a:solidFill>
              <a:ln w="31750">
                <a:noFill/>
              </a:ln>
              <a:effectLst>
                <a:outerShdw blurRad="381000" dist="38100" sx="98000" sy="98000" algn="tr" rotWithShape="0">
                  <a:srgbClr val="002D6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1</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10" name="椭圆 9"/>
              <p:cNvSpPr/>
              <p:nvPr>
                <p:custDataLst>
                  <p:tags r:id="rId27"/>
                </p:custDataLst>
              </p:nvPr>
            </p:nvSpPr>
            <p:spPr>
              <a:xfrm>
                <a:off x="419946" y="3004713"/>
                <a:ext cx="869103" cy="869103"/>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grpSp>
        <p:sp>
          <p:nvSpPr>
            <p:cNvPr id="25" name="矩形: 圆角 24"/>
            <p:cNvSpPr/>
            <p:nvPr>
              <p:custDataLst>
                <p:tags r:id="rId5"/>
              </p:custDataLst>
            </p:nvPr>
          </p:nvSpPr>
          <p:spPr>
            <a:xfrm>
              <a:off x="9821" y="4118"/>
              <a:ext cx="7662" cy="1554"/>
            </a:xfrm>
            <a:prstGeom prst="roundRect">
              <a:avLst>
                <a:gd name="adj" fmla="val 29363"/>
              </a:avLst>
            </a:prstGeom>
            <a:solidFill>
              <a:schemeClr val="bg1"/>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27" name="椭圆 26"/>
            <p:cNvSpPr/>
            <p:nvPr>
              <p:custDataLst>
                <p:tags r:id="rId6"/>
              </p:custDataLst>
            </p:nvPr>
          </p:nvSpPr>
          <p:spPr>
            <a:xfrm>
              <a:off x="10244" y="4441"/>
              <a:ext cx="909" cy="909"/>
            </a:xfrm>
            <a:prstGeom prst="ellipse">
              <a:avLst/>
            </a:prstGeom>
            <a:solidFill>
              <a:srgbClr val="2C7175"/>
            </a:solidFill>
            <a:ln w="31750">
              <a:noFill/>
            </a:ln>
            <a:effectLst>
              <a:outerShdw blurRad="381000" dist="38100" sx="98000" sy="98000" algn="tr" rotWithShape="0">
                <a:srgbClr val="3A8F96">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2</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13" name="椭圆 12"/>
            <p:cNvSpPr/>
            <p:nvPr>
              <p:custDataLst>
                <p:tags r:id="rId7"/>
              </p:custDataLst>
            </p:nvPr>
          </p:nvSpPr>
          <p:spPr>
            <a:xfrm>
              <a:off x="10142" y="4331"/>
              <a:ext cx="1129" cy="1129"/>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7" name="矩形: 圆角 36"/>
            <p:cNvSpPr/>
            <p:nvPr>
              <p:custDataLst>
                <p:tags r:id="rId8"/>
              </p:custDataLst>
            </p:nvPr>
          </p:nvSpPr>
          <p:spPr>
            <a:xfrm>
              <a:off x="1718" y="5964"/>
              <a:ext cx="7662" cy="1554"/>
            </a:xfrm>
            <a:prstGeom prst="roundRect">
              <a:avLst>
                <a:gd name="adj" fmla="val 29363"/>
              </a:avLst>
            </a:prstGeom>
            <a:solidFill>
              <a:schemeClr val="bg1"/>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9" name="椭圆 38"/>
            <p:cNvSpPr/>
            <p:nvPr>
              <p:custDataLst>
                <p:tags r:id="rId9"/>
              </p:custDataLst>
            </p:nvPr>
          </p:nvSpPr>
          <p:spPr>
            <a:xfrm>
              <a:off x="2141" y="6287"/>
              <a:ext cx="909" cy="909"/>
            </a:xfrm>
            <a:prstGeom prst="ellipse">
              <a:avLst/>
            </a:prstGeom>
            <a:solidFill>
              <a:srgbClr val="2C7175"/>
            </a:solidFill>
            <a:ln w="57150">
              <a:noFill/>
            </a:ln>
            <a:effectLst>
              <a:outerShdw blurRad="177800" dist="63500" dir="5400000" algn="t" rotWithShape="0">
                <a:srgbClr val="3A8F96">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rPr>
                <a:t>3</a:t>
              </a:r>
              <a:endParaRPr kumimoji="0" lang="zh-CN" altLang="en-US" sz="20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40" name="椭圆 39"/>
            <p:cNvSpPr/>
            <p:nvPr>
              <p:custDataLst>
                <p:tags r:id="rId10"/>
              </p:custDataLst>
            </p:nvPr>
          </p:nvSpPr>
          <p:spPr>
            <a:xfrm>
              <a:off x="2039" y="6177"/>
              <a:ext cx="1129" cy="1129"/>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4" name="矩形: 圆角 32"/>
            <p:cNvSpPr/>
            <p:nvPr>
              <p:custDataLst>
                <p:tags r:id="rId11"/>
              </p:custDataLst>
            </p:nvPr>
          </p:nvSpPr>
          <p:spPr>
            <a:xfrm>
              <a:off x="9821" y="5964"/>
              <a:ext cx="7662" cy="1554"/>
            </a:xfrm>
            <a:prstGeom prst="roundRect">
              <a:avLst>
                <a:gd name="adj" fmla="val 29363"/>
              </a:avLst>
            </a:prstGeom>
            <a:solidFill>
              <a:schemeClr val="bg1"/>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6" name="椭圆 35"/>
            <p:cNvSpPr/>
            <p:nvPr>
              <p:custDataLst>
                <p:tags r:id="rId12"/>
              </p:custDataLst>
            </p:nvPr>
          </p:nvSpPr>
          <p:spPr>
            <a:xfrm>
              <a:off x="10244" y="6287"/>
              <a:ext cx="909" cy="909"/>
            </a:xfrm>
            <a:prstGeom prst="ellipse">
              <a:avLst/>
            </a:prstGeom>
            <a:solidFill>
              <a:srgbClr val="2C7175"/>
            </a:solidFill>
            <a:ln w="31750">
              <a:noFill/>
            </a:ln>
            <a:effectLst>
              <a:outerShdw blurRad="381000" dist="38100" sx="98000" sy="98000" algn="tr" rotWithShape="0">
                <a:srgbClr val="3A8F96">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4</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41" name="椭圆 40"/>
            <p:cNvSpPr/>
            <p:nvPr>
              <p:custDataLst>
                <p:tags r:id="rId13"/>
              </p:custDataLst>
            </p:nvPr>
          </p:nvSpPr>
          <p:spPr>
            <a:xfrm>
              <a:off x="10142" y="6177"/>
              <a:ext cx="1129" cy="1129"/>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45" name="矩形: 圆角 47"/>
            <p:cNvSpPr/>
            <p:nvPr>
              <p:custDataLst>
                <p:tags r:id="rId14"/>
              </p:custDataLst>
            </p:nvPr>
          </p:nvSpPr>
          <p:spPr>
            <a:xfrm>
              <a:off x="1718" y="7806"/>
              <a:ext cx="7662" cy="1554"/>
            </a:xfrm>
            <a:prstGeom prst="roundRect">
              <a:avLst>
                <a:gd name="adj" fmla="val 29363"/>
              </a:avLst>
            </a:prstGeom>
            <a:solidFill>
              <a:schemeClr val="bg1"/>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46" name="椭圆 45"/>
            <p:cNvSpPr/>
            <p:nvPr>
              <p:custDataLst>
                <p:tags r:id="rId15"/>
              </p:custDataLst>
            </p:nvPr>
          </p:nvSpPr>
          <p:spPr>
            <a:xfrm>
              <a:off x="2141" y="8129"/>
              <a:ext cx="909" cy="909"/>
            </a:xfrm>
            <a:prstGeom prst="ellipse">
              <a:avLst/>
            </a:prstGeom>
            <a:solidFill>
              <a:srgbClr val="2C7175"/>
            </a:solidFill>
            <a:ln w="31750">
              <a:noFill/>
            </a:ln>
            <a:effectLst>
              <a:outerShdw blurRad="381000" dist="38100" sx="98000" sy="98000" algn="tr" rotWithShape="0">
                <a:srgbClr val="3A8F96">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5</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47" name="椭圆 46"/>
            <p:cNvSpPr/>
            <p:nvPr>
              <p:custDataLst>
                <p:tags r:id="rId16"/>
              </p:custDataLst>
            </p:nvPr>
          </p:nvSpPr>
          <p:spPr>
            <a:xfrm>
              <a:off x="2039" y="8019"/>
              <a:ext cx="1129" cy="1129"/>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59" name="矩形: 圆角 43"/>
            <p:cNvSpPr/>
            <p:nvPr>
              <p:custDataLst>
                <p:tags r:id="rId17"/>
              </p:custDataLst>
            </p:nvPr>
          </p:nvSpPr>
          <p:spPr>
            <a:xfrm>
              <a:off x="9821" y="7806"/>
              <a:ext cx="7662" cy="1554"/>
            </a:xfrm>
            <a:prstGeom prst="roundRect">
              <a:avLst>
                <a:gd name="adj" fmla="val 29363"/>
              </a:avLst>
            </a:prstGeom>
            <a:solidFill>
              <a:schemeClr val="bg1"/>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61" name="椭圆 60"/>
            <p:cNvSpPr/>
            <p:nvPr>
              <p:custDataLst>
                <p:tags r:id="rId18"/>
              </p:custDataLst>
            </p:nvPr>
          </p:nvSpPr>
          <p:spPr>
            <a:xfrm>
              <a:off x="10244" y="8129"/>
              <a:ext cx="909" cy="909"/>
            </a:xfrm>
            <a:prstGeom prst="ellipse">
              <a:avLst/>
            </a:prstGeom>
            <a:solidFill>
              <a:srgbClr val="2C7175"/>
            </a:solidFill>
            <a:ln w="31750">
              <a:noFill/>
            </a:ln>
            <a:effectLst>
              <a:outerShdw blurRad="381000" dist="38100" sx="98000" sy="98000" algn="tr" rotWithShape="0">
                <a:srgbClr val="3A8F96">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6</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62" name="椭圆 61"/>
            <p:cNvSpPr/>
            <p:nvPr>
              <p:custDataLst>
                <p:tags r:id="rId19"/>
              </p:custDataLst>
            </p:nvPr>
          </p:nvSpPr>
          <p:spPr>
            <a:xfrm>
              <a:off x="10142" y="8019"/>
              <a:ext cx="1129" cy="1129"/>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63" name="文本框 62"/>
            <p:cNvSpPr txBox="1"/>
            <p:nvPr>
              <p:custDataLst>
                <p:tags r:id="rId20"/>
              </p:custDataLst>
            </p:nvPr>
          </p:nvSpPr>
          <p:spPr>
            <a:xfrm>
              <a:off x="11502" y="7963"/>
              <a:ext cx="5659" cy="1161"/>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fontAlgn="auto">
                <a:lnSpc>
                  <a:spcPct val="150000"/>
                </a:lnSpc>
              </a:pPr>
              <a:r>
                <a:rPr lang="zh-CN" altLang="en-US" sz="1400" b="0" dirty="0">
                  <a:cs typeface="思源黑体 CN Normal" panose="020B0400000000000000" charset="-122"/>
                  <a:sym typeface="微软雅黑" panose="020B0503020204020204" charset="-122"/>
                </a:rPr>
                <a:t>单击此处输入你的正文，文字是您思想的提炼，为了最终演示发布的良好效果</a:t>
              </a:r>
              <a:endParaRPr lang="en-US" altLang="zh-CN" sz="1400" b="0" dirty="0">
                <a:sym typeface="微软雅黑" panose="020B0503020204020204" charset="-122"/>
              </a:endParaRPr>
            </a:p>
          </p:txBody>
        </p:sp>
        <p:sp>
          <p:nvSpPr>
            <p:cNvPr id="68" name="文本框 67"/>
            <p:cNvSpPr txBox="1"/>
            <p:nvPr>
              <p:custDataLst>
                <p:tags r:id="rId21"/>
              </p:custDataLst>
            </p:nvPr>
          </p:nvSpPr>
          <p:spPr>
            <a:xfrm>
              <a:off x="3371" y="4275"/>
              <a:ext cx="5659" cy="1161"/>
            </a:xfrm>
            <a:prstGeom prst="rect">
              <a:avLst/>
            </a:prstGeom>
            <a:noFill/>
          </p:spPr>
          <p:txBody>
            <a:bodyPr wrap="square">
              <a:spAutoFit/>
            </a:bodyPr>
            <a:lstStyle/>
            <a:p>
              <a:pPr fontAlgn="auto">
                <a:lnSpc>
                  <a:spcPct val="150000"/>
                </a:lnSpc>
              </a:pPr>
              <a:r>
                <a:rPr lang="zh-CN" altLang="en-US" sz="140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单击此处输入你的正文，文字是您思想的提炼，为了最终演示发布的良好效果</a:t>
              </a:r>
              <a:endParaRPr kumimoji="0" lang="en-US" altLang="zh-CN" sz="1400" i="0" u="none" strike="noStrike" kern="100" cap="none" spc="0" normalizeH="0" baseline="0" noProof="0" dirty="0">
                <a:ln>
                  <a:noFill/>
                </a:ln>
                <a:solidFill>
                  <a:schemeClr val="accent1"/>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69" name="文本框 68"/>
            <p:cNvSpPr txBox="1"/>
            <p:nvPr>
              <p:custDataLst>
                <p:tags r:id="rId22"/>
              </p:custDataLst>
            </p:nvPr>
          </p:nvSpPr>
          <p:spPr>
            <a:xfrm>
              <a:off x="11502" y="4275"/>
              <a:ext cx="5659" cy="1161"/>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fontAlgn="auto">
                <a:lnSpc>
                  <a:spcPct val="150000"/>
                </a:lnSpc>
              </a:pPr>
              <a:r>
                <a:rPr lang="zh-CN" altLang="en-US" sz="1400" b="0" dirty="0">
                  <a:cs typeface="思源黑体 CN Normal" panose="020B0400000000000000" charset="-122"/>
                  <a:sym typeface="微软雅黑" panose="020B0503020204020204" charset="-122"/>
                </a:rPr>
                <a:t>单击此处输入你的正文，文字是您思想的提炼，为了最终演示发布的良好效果</a:t>
              </a:r>
              <a:endParaRPr lang="en-US" altLang="zh-CN" sz="1400" b="0" dirty="0">
                <a:sym typeface="微软雅黑" panose="020B0503020204020204" charset="-122"/>
              </a:endParaRPr>
            </a:p>
          </p:txBody>
        </p:sp>
        <p:sp>
          <p:nvSpPr>
            <p:cNvPr id="70" name="文本框 69"/>
            <p:cNvSpPr txBox="1"/>
            <p:nvPr>
              <p:custDataLst>
                <p:tags r:id="rId23"/>
              </p:custDataLst>
            </p:nvPr>
          </p:nvSpPr>
          <p:spPr>
            <a:xfrm>
              <a:off x="3371" y="6120"/>
              <a:ext cx="5659" cy="1161"/>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fontAlgn="auto">
                <a:lnSpc>
                  <a:spcPct val="150000"/>
                </a:lnSpc>
              </a:pPr>
              <a:r>
                <a:rPr lang="zh-CN" altLang="en-US" sz="1400" b="0" dirty="0">
                  <a:cs typeface="思源黑体 CN Normal" panose="020B0400000000000000" charset="-122"/>
                  <a:sym typeface="微软雅黑" panose="020B0503020204020204" charset="-122"/>
                </a:rPr>
                <a:t>单击此处输入你的正文，文字是您思想的提炼，为了最终演示发布的良好效果</a:t>
              </a:r>
              <a:endParaRPr lang="en-US" altLang="zh-CN" sz="1400" b="0" dirty="0">
                <a:sym typeface="微软雅黑" panose="020B0503020204020204" charset="-122"/>
              </a:endParaRPr>
            </a:p>
          </p:txBody>
        </p:sp>
        <p:sp>
          <p:nvSpPr>
            <p:cNvPr id="71" name="文本框 70"/>
            <p:cNvSpPr txBox="1"/>
            <p:nvPr>
              <p:custDataLst>
                <p:tags r:id="rId24"/>
              </p:custDataLst>
            </p:nvPr>
          </p:nvSpPr>
          <p:spPr>
            <a:xfrm>
              <a:off x="11502" y="6120"/>
              <a:ext cx="5659" cy="1024"/>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a:lnSpc>
                  <a:spcPct val="130000"/>
                </a:lnSpc>
              </a:pPr>
              <a:r>
                <a:rPr lang="zh-CN" altLang="en-US" sz="1400" b="0"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单击此处输入你的正文，文字是您思想的提炼，为了最终演示发布的良好效果</a:t>
              </a:r>
              <a:r>
                <a:rPr lang="zh-CN" altLang="en-US" sz="1400" b="0">
                  <a:latin typeface="微软雅黑" panose="020B0503020204020204" charset="-122"/>
                  <a:ea typeface="微软雅黑" panose="020B0503020204020204" charset="-122"/>
                  <a:sym typeface="微软雅黑" panose="020B0503020204020204" charset="-122"/>
                </a:rPr>
                <a:t>。</a:t>
              </a:r>
              <a:endParaRPr lang="en-US" altLang="zh-CN" sz="1400" b="0" dirty="0">
                <a:latin typeface="微软雅黑" panose="020B0503020204020204" charset="-122"/>
                <a:ea typeface="微软雅黑" panose="020B0503020204020204" charset="-122"/>
                <a:sym typeface="微软雅黑" panose="020B0503020204020204" charset="-122"/>
              </a:endParaRPr>
            </a:p>
          </p:txBody>
        </p:sp>
        <p:sp>
          <p:nvSpPr>
            <p:cNvPr id="72" name="文本框 71"/>
            <p:cNvSpPr txBox="1"/>
            <p:nvPr>
              <p:custDataLst>
                <p:tags r:id="rId25"/>
              </p:custDataLst>
            </p:nvPr>
          </p:nvSpPr>
          <p:spPr>
            <a:xfrm>
              <a:off x="3371" y="7963"/>
              <a:ext cx="5659" cy="1161"/>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fontAlgn="auto">
                <a:lnSpc>
                  <a:spcPct val="150000"/>
                </a:lnSpc>
              </a:pPr>
              <a:r>
                <a:rPr lang="zh-CN" altLang="en-US" sz="1400" b="0" dirty="0">
                  <a:cs typeface="思源黑体 CN Normal" panose="020B0400000000000000" charset="-122"/>
                  <a:sym typeface="微软雅黑" panose="020B0503020204020204" charset="-122"/>
                </a:rPr>
                <a:t>单击此处输入你的正文，文字是您思想的提炼，为了最终演示发布的良好效果</a:t>
              </a:r>
              <a:endParaRPr lang="en-US" altLang="zh-CN" sz="1400" b="0" dirty="0">
                <a:sym typeface="微软雅黑" panose="020B0503020204020204" charset="-122"/>
              </a:endParaRPr>
            </a:p>
          </p:txBody>
        </p:sp>
      </p:grpSp>
      <p:grpSp>
        <p:nvGrpSpPr>
          <p:cNvPr id="73" name="组合 72"/>
          <p:cNvGrpSpPr/>
          <p:nvPr/>
        </p:nvGrpSpPr>
        <p:grpSpPr>
          <a:xfrm>
            <a:off x="8277860" y="1433195"/>
            <a:ext cx="3440430" cy="328295"/>
            <a:chOff x="13036" y="2142"/>
            <a:chExt cx="5418" cy="517"/>
          </a:xfrm>
        </p:grpSpPr>
        <p:sp>
          <p:nvSpPr>
            <p:cNvPr id="74" name="矩形 73"/>
            <p:cNvSpPr/>
            <p:nvPr>
              <p:custDataLst>
                <p:tags r:id="rId2"/>
              </p:custDataLst>
            </p:nvPr>
          </p:nvSpPr>
          <p:spPr>
            <a:xfrm rot="5400000" flipH="1">
              <a:off x="14538" y="1085"/>
              <a:ext cx="72" cy="3076"/>
            </a:xfrm>
            <a:prstGeom prst="rect">
              <a:avLst/>
            </a:prstGeom>
            <a:gradFill flip="none" rotWithShape="1">
              <a:gsLst>
                <a:gs pos="0">
                  <a:srgbClr val="3A8F96"/>
                </a:gs>
                <a:gs pos="100000">
                  <a:srgbClr val="8BBD9C">
                    <a:alpha val="0"/>
                  </a:srgbClr>
                </a:gs>
              </a:gsLst>
              <a:lin ang="5400000" scaled="1"/>
              <a:tileRect/>
            </a:gradFill>
            <a:ln>
              <a:noFill/>
            </a:ln>
            <a:scene3d>
              <a:camera prst="perspectiveLeft">
                <a:rot lat="0" lon="24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77" name="矩形 76"/>
            <p:cNvSpPr/>
            <p:nvPr>
              <p:custDataLst>
                <p:tags r:id="rId3"/>
              </p:custDataLst>
            </p:nvPr>
          </p:nvSpPr>
          <p:spPr>
            <a:xfrm rot="5400000">
              <a:off x="16788" y="732"/>
              <a:ext cx="256" cy="3076"/>
            </a:xfrm>
            <a:prstGeom prst="rect">
              <a:avLst/>
            </a:prstGeom>
            <a:gradFill flip="none" rotWithShape="1">
              <a:gsLst>
                <a:gs pos="100000">
                  <a:srgbClr val="8BBD9C">
                    <a:alpha val="0"/>
                  </a:srgbClr>
                </a:gs>
                <a:gs pos="0">
                  <a:srgbClr val="3A8F96"/>
                </a:gs>
              </a:gsLst>
              <a:lin ang="5400000" scaled="1"/>
            </a:gradFill>
            <a:ln>
              <a:noFill/>
            </a:ln>
            <a:effectLst/>
            <a:scene3d>
              <a:camera prst="perspectiveLeft">
                <a:rot lat="0" lon="24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grpSp>
      <p:sp>
        <p:nvSpPr>
          <p:cNvPr id="78" name="文本框 77"/>
          <p:cNvSpPr txBox="1"/>
          <p:nvPr>
            <p:custDataLst>
              <p:tags r:id="rId1"/>
            </p:custDataLst>
          </p:nvPr>
        </p:nvSpPr>
        <p:spPr>
          <a:xfrm>
            <a:off x="4185285" y="1139825"/>
            <a:ext cx="4032885" cy="930275"/>
          </a:xfrm>
          <a:prstGeom prst="rect">
            <a:avLst/>
          </a:prstGeom>
          <a:noFill/>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sym typeface="微软雅黑" panose="020B0503020204020204" charset="-122"/>
              </a:rPr>
              <a:t>这里可以写一个标题</a:t>
            </a:r>
          </a:p>
        </p:txBody>
      </p:sp>
      <p:pic>
        <p:nvPicPr>
          <p:cNvPr id="3" name="图片 2" descr="清华大学&amp;北京清华长庚医院logo-左右横排版"/>
          <p:cNvPicPr>
            <a:picLocks noChangeAspect="1"/>
          </p:cNvPicPr>
          <p:nvPr/>
        </p:nvPicPr>
        <p:blipFill>
          <a:blip r:embed="rId30"/>
          <a:stretch>
            <a:fillRect/>
          </a:stretch>
        </p:blipFill>
        <p:spPr>
          <a:xfrm>
            <a:off x="9343390" y="148590"/>
            <a:ext cx="2664460" cy="4578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10160" y="742315"/>
            <a:ext cx="12222480" cy="6122035"/>
          </a:xfrm>
          <a:prstGeom prst="rect">
            <a:avLst/>
          </a:prstGeom>
          <a:solidFill>
            <a:srgbClr val="CBE2DA">
              <a:alpha val="2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单圆角矩形 6"/>
          <p:cNvSpPr/>
          <p:nvPr/>
        </p:nvSpPr>
        <p:spPr>
          <a:xfrm rot="10800000" flipH="1">
            <a:off x="635" y="-1270"/>
            <a:ext cx="12191365" cy="740410"/>
          </a:xfrm>
          <a:prstGeom prst="round1Rect">
            <a:avLst>
              <a:gd name="adj" fmla="val 27506"/>
            </a:avLst>
          </a:prstGeom>
          <a:gradFill>
            <a:gsLst>
              <a:gs pos="74000">
                <a:srgbClr val="6AAA9A">
                  <a:alpha val="46000"/>
                </a:srgbClr>
              </a:gs>
              <a:gs pos="100000">
                <a:srgbClr val="7AB39B">
                  <a:alpha val="33000"/>
                </a:srgbClr>
              </a:gs>
              <a:gs pos="47000">
                <a:srgbClr val="5AA199">
                  <a:alpha val="75000"/>
                </a:srgbClr>
              </a:gs>
              <a:gs pos="15000">
                <a:srgbClr val="398F96">
                  <a:alpha val="10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13995" y="77470"/>
            <a:ext cx="7926705" cy="583565"/>
          </a:xfrm>
          <a:prstGeom prst="rect">
            <a:avLst/>
          </a:prstGeom>
          <a:noFill/>
        </p:spPr>
        <p:txBody>
          <a:bodyPr wrap="square" rtlCol="0">
            <a:spAutoFit/>
          </a:bodyPr>
          <a:lstStyle/>
          <a:p>
            <a:r>
              <a:rPr lang="zh-CN" sz="3200" b="1">
                <a:solidFill>
                  <a:schemeClr val="bg1"/>
                </a:solidFill>
                <a:latin typeface="微软雅黑" panose="020B0503020204020204" charset="-122"/>
                <a:ea typeface="微软雅黑" panose="020B0503020204020204" charset="-122"/>
                <a:sym typeface="+mn-ea"/>
              </a:rPr>
              <a:t>发展历程</a:t>
            </a:r>
            <a:endParaRPr lang="zh-CN" sz="3200" b="1">
              <a:solidFill>
                <a:schemeClr val="bg1"/>
              </a:solidFill>
              <a:latin typeface="微软雅黑" panose="020B0503020204020204" charset="-122"/>
              <a:ea typeface="微软雅黑" panose="020B0503020204020204" charset="-122"/>
            </a:endParaRPr>
          </a:p>
        </p:txBody>
      </p:sp>
      <p:sp>
        <p:nvSpPr>
          <p:cNvPr id="21" name="矩形: 圆角 20"/>
          <p:cNvSpPr/>
          <p:nvPr>
            <p:custDataLst>
              <p:tags r:id="rId1"/>
            </p:custDataLst>
          </p:nvPr>
        </p:nvSpPr>
        <p:spPr>
          <a:xfrm>
            <a:off x="1090930" y="2556510"/>
            <a:ext cx="4865370" cy="986790"/>
          </a:xfrm>
          <a:prstGeom prst="roundRect">
            <a:avLst>
              <a:gd name="adj" fmla="val 29363"/>
            </a:avLst>
          </a:prstGeom>
          <a:solidFill>
            <a:srgbClr val="CBE2DA"/>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grpSp>
        <p:nvGrpSpPr>
          <p:cNvPr id="22" name="组合 21"/>
          <p:cNvGrpSpPr/>
          <p:nvPr/>
        </p:nvGrpSpPr>
        <p:grpSpPr>
          <a:xfrm>
            <a:off x="1294765" y="2691765"/>
            <a:ext cx="716915" cy="716915"/>
            <a:chOff x="419946" y="3004713"/>
            <a:chExt cx="869103" cy="869103"/>
          </a:xfrm>
        </p:grpSpPr>
        <p:sp>
          <p:nvSpPr>
            <p:cNvPr id="2" name="椭圆 1"/>
            <p:cNvSpPr/>
            <p:nvPr>
              <p:custDataLst>
                <p:tags r:id="rId34"/>
              </p:custDataLst>
            </p:nvPr>
          </p:nvSpPr>
          <p:spPr>
            <a:xfrm>
              <a:off x="498149" y="3089269"/>
              <a:ext cx="699990" cy="699990"/>
            </a:xfrm>
            <a:prstGeom prst="ellipse">
              <a:avLst/>
            </a:prstGeom>
            <a:solidFill>
              <a:srgbClr val="2C7175"/>
            </a:solidFill>
            <a:ln w="31750">
              <a:noFill/>
            </a:ln>
            <a:effectLst>
              <a:outerShdw blurRad="381000" dist="38100" sx="98000" sy="98000" algn="tr" rotWithShape="0">
                <a:srgbClr val="002D6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1</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10" name="椭圆 9"/>
            <p:cNvSpPr/>
            <p:nvPr>
              <p:custDataLst>
                <p:tags r:id="rId35"/>
              </p:custDataLst>
            </p:nvPr>
          </p:nvSpPr>
          <p:spPr>
            <a:xfrm>
              <a:off x="419946" y="3004713"/>
              <a:ext cx="869103" cy="869103"/>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grpSp>
      <p:sp>
        <p:nvSpPr>
          <p:cNvPr id="25" name="矩形: 圆角 24"/>
          <p:cNvSpPr/>
          <p:nvPr>
            <p:custDataLst>
              <p:tags r:id="rId2"/>
            </p:custDataLst>
          </p:nvPr>
        </p:nvSpPr>
        <p:spPr>
          <a:xfrm>
            <a:off x="6236335" y="2556510"/>
            <a:ext cx="4865370" cy="986790"/>
          </a:xfrm>
          <a:prstGeom prst="roundRect">
            <a:avLst>
              <a:gd name="adj" fmla="val 29363"/>
            </a:avLst>
          </a:prstGeom>
          <a:solidFill>
            <a:srgbClr val="CBE2DA"/>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27" name="椭圆 26"/>
          <p:cNvSpPr/>
          <p:nvPr>
            <p:custDataLst>
              <p:tags r:id="rId3"/>
            </p:custDataLst>
          </p:nvPr>
        </p:nvSpPr>
        <p:spPr>
          <a:xfrm>
            <a:off x="6504940" y="2761615"/>
            <a:ext cx="577215" cy="577215"/>
          </a:xfrm>
          <a:prstGeom prst="ellipse">
            <a:avLst/>
          </a:prstGeom>
          <a:solidFill>
            <a:srgbClr val="2C7175"/>
          </a:solidFill>
          <a:ln w="31750">
            <a:noFill/>
          </a:ln>
          <a:effectLst>
            <a:outerShdw blurRad="381000" dist="38100" sx="98000" sy="98000" algn="tr" rotWithShape="0">
              <a:srgbClr val="3A8F96">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2</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13" name="椭圆 12"/>
          <p:cNvSpPr/>
          <p:nvPr>
            <p:custDataLst>
              <p:tags r:id="rId4"/>
            </p:custDataLst>
          </p:nvPr>
        </p:nvSpPr>
        <p:spPr>
          <a:xfrm>
            <a:off x="6440170" y="2691765"/>
            <a:ext cx="716915" cy="716915"/>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7" name="矩形: 圆角 36"/>
          <p:cNvSpPr/>
          <p:nvPr>
            <p:custDataLst>
              <p:tags r:id="rId5"/>
            </p:custDataLst>
          </p:nvPr>
        </p:nvSpPr>
        <p:spPr>
          <a:xfrm>
            <a:off x="1090930" y="3728720"/>
            <a:ext cx="4865370" cy="986790"/>
          </a:xfrm>
          <a:prstGeom prst="roundRect">
            <a:avLst>
              <a:gd name="adj" fmla="val 29363"/>
            </a:avLst>
          </a:prstGeom>
          <a:solidFill>
            <a:srgbClr val="CBE2DA"/>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9" name="椭圆 38"/>
          <p:cNvSpPr/>
          <p:nvPr>
            <p:custDataLst>
              <p:tags r:id="rId6"/>
            </p:custDataLst>
          </p:nvPr>
        </p:nvSpPr>
        <p:spPr>
          <a:xfrm>
            <a:off x="1359535" y="3933825"/>
            <a:ext cx="577215" cy="577215"/>
          </a:xfrm>
          <a:prstGeom prst="ellipse">
            <a:avLst/>
          </a:prstGeom>
          <a:solidFill>
            <a:srgbClr val="2C7175"/>
          </a:solidFill>
          <a:ln w="57150">
            <a:noFill/>
          </a:ln>
          <a:effectLst>
            <a:outerShdw blurRad="177800" dist="63500" dir="5400000" algn="t" rotWithShape="0">
              <a:srgbClr val="3A8F96">
                <a:alpha val="33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rPr>
              <a:t>3</a:t>
            </a:r>
            <a:endParaRPr kumimoji="0" lang="zh-CN" altLang="en-US" sz="20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40" name="椭圆 39"/>
          <p:cNvSpPr/>
          <p:nvPr>
            <p:custDataLst>
              <p:tags r:id="rId7"/>
            </p:custDataLst>
          </p:nvPr>
        </p:nvSpPr>
        <p:spPr>
          <a:xfrm>
            <a:off x="1294765" y="3863975"/>
            <a:ext cx="716915" cy="716915"/>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4" name="矩形: 圆角 32"/>
          <p:cNvSpPr/>
          <p:nvPr>
            <p:custDataLst>
              <p:tags r:id="rId8"/>
            </p:custDataLst>
          </p:nvPr>
        </p:nvSpPr>
        <p:spPr>
          <a:xfrm>
            <a:off x="6236335" y="3728720"/>
            <a:ext cx="4865370" cy="986790"/>
          </a:xfrm>
          <a:prstGeom prst="roundRect">
            <a:avLst>
              <a:gd name="adj" fmla="val 29363"/>
            </a:avLst>
          </a:prstGeom>
          <a:solidFill>
            <a:srgbClr val="CBE2DA"/>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6" name="椭圆 35"/>
          <p:cNvSpPr/>
          <p:nvPr>
            <p:custDataLst>
              <p:tags r:id="rId9"/>
            </p:custDataLst>
          </p:nvPr>
        </p:nvSpPr>
        <p:spPr>
          <a:xfrm>
            <a:off x="6504940" y="3933825"/>
            <a:ext cx="577215" cy="577215"/>
          </a:xfrm>
          <a:prstGeom prst="ellipse">
            <a:avLst/>
          </a:prstGeom>
          <a:solidFill>
            <a:srgbClr val="2C7175"/>
          </a:solidFill>
          <a:ln w="31750">
            <a:noFill/>
          </a:ln>
          <a:effectLst>
            <a:outerShdw blurRad="381000" dist="38100" sx="98000" sy="98000" algn="tr" rotWithShape="0">
              <a:srgbClr val="3A8F96">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4</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41" name="椭圆 40"/>
          <p:cNvSpPr/>
          <p:nvPr>
            <p:custDataLst>
              <p:tags r:id="rId10"/>
            </p:custDataLst>
          </p:nvPr>
        </p:nvSpPr>
        <p:spPr>
          <a:xfrm>
            <a:off x="6440170" y="3863975"/>
            <a:ext cx="716915" cy="716915"/>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45" name="矩形: 圆角 47"/>
          <p:cNvSpPr/>
          <p:nvPr>
            <p:custDataLst>
              <p:tags r:id="rId11"/>
            </p:custDataLst>
          </p:nvPr>
        </p:nvSpPr>
        <p:spPr>
          <a:xfrm>
            <a:off x="1090930" y="4898390"/>
            <a:ext cx="4865370" cy="986790"/>
          </a:xfrm>
          <a:prstGeom prst="roundRect">
            <a:avLst>
              <a:gd name="adj" fmla="val 29363"/>
            </a:avLst>
          </a:prstGeom>
          <a:solidFill>
            <a:srgbClr val="CBE2DA"/>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46" name="椭圆 45"/>
          <p:cNvSpPr/>
          <p:nvPr>
            <p:custDataLst>
              <p:tags r:id="rId12"/>
            </p:custDataLst>
          </p:nvPr>
        </p:nvSpPr>
        <p:spPr>
          <a:xfrm>
            <a:off x="1359535" y="5103495"/>
            <a:ext cx="577215" cy="577215"/>
          </a:xfrm>
          <a:prstGeom prst="ellipse">
            <a:avLst/>
          </a:prstGeom>
          <a:solidFill>
            <a:srgbClr val="2C7175"/>
          </a:solidFill>
          <a:ln w="31750">
            <a:noFill/>
          </a:ln>
          <a:effectLst>
            <a:outerShdw blurRad="381000" dist="38100" sx="98000" sy="98000" algn="tr" rotWithShape="0">
              <a:srgbClr val="3A8F96">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5</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47" name="椭圆 46"/>
          <p:cNvSpPr/>
          <p:nvPr>
            <p:custDataLst>
              <p:tags r:id="rId13"/>
            </p:custDataLst>
          </p:nvPr>
        </p:nvSpPr>
        <p:spPr>
          <a:xfrm>
            <a:off x="1294765" y="5033645"/>
            <a:ext cx="716915" cy="716915"/>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59" name="矩形: 圆角 43"/>
          <p:cNvSpPr/>
          <p:nvPr>
            <p:custDataLst>
              <p:tags r:id="rId14"/>
            </p:custDataLst>
          </p:nvPr>
        </p:nvSpPr>
        <p:spPr>
          <a:xfrm>
            <a:off x="6236335" y="4898390"/>
            <a:ext cx="4865370" cy="986790"/>
          </a:xfrm>
          <a:prstGeom prst="roundRect">
            <a:avLst>
              <a:gd name="adj" fmla="val 29363"/>
            </a:avLst>
          </a:prstGeom>
          <a:solidFill>
            <a:srgbClr val="CBE2DA"/>
          </a:solidFill>
          <a:ln>
            <a:noFill/>
            <a:prstDash val="solid"/>
          </a:ln>
          <a:effectLst>
            <a:outerShdw blurRad="482600" dist="38100" dir="5400000" sx="102000" sy="102000" algn="t" rotWithShape="0">
              <a:srgbClr val="3A8F96">
                <a:alpha val="1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61" name="椭圆 60"/>
          <p:cNvSpPr/>
          <p:nvPr>
            <p:custDataLst>
              <p:tags r:id="rId15"/>
            </p:custDataLst>
          </p:nvPr>
        </p:nvSpPr>
        <p:spPr>
          <a:xfrm>
            <a:off x="6504940" y="5103495"/>
            <a:ext cx="577215" cy="577215"/>
          </a:xfrm>
          <a:prstGeom prst="ellipse">
            <a:avLst/>
          </a:prstGeom>
          <a:solidFill>
            <a:srgbClr val="2C7175"/>
          </a:solidFill>
          <a:ln w="31750">
            <a:noFill/>
          </a:ln>
          <a:effectLst>
            <a:outerShdw blurRad="381000" dist="38100" sx="98000" sy="98000" algn="tr" rotWithShape="0">
              <a:srgbClr val="3A8F96">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prstClr val="white"/>
                </a:solidFill>
                <a:latin typeface="微软雅黑" panose="020B0503020204020204" charset="-122"/>
                <a:ea typeface="微软雅黑" panose="020B0503020204020204" charset="-122"/>
                <a:cs typeface="+mn-ea"/>
                <a:sym typeface="微软雅黑" panose="020B0503020204020204" charset="-122"/>
              </a:rPr>
              <a:t>6</a:t>
            </a:r>
            <a:endParaRPr lang="zh-CN" altLang="en-US" dirty="0">
              <a:solidFill>
                <a:prstClr val="white"/>
              </a:solidFill>
              <a:latin typeface="微软雅黑" panose="020B0503020204020204" charset="-122"/>
              <a:ea typeface="微软雅黑" panose="020B0503020204020204" charset="-122"/>
              <a:cs typeface="+mn-ea"/>
              <a:sym typeface="微软雅黑" panose="020B0503020204020204" charset="-122"/>
            </a:endParaRPr>
          </a:p>
        </p:txBody>
      </p:sp>
      <p:sp>
        <p:nvSpPr>
          <p:cNvPr id="62" name="椭圆 61"/>
          <p:cNvSpPr/>
          <p:nvPr>
            <p:custDataLst>
              <p:tags r:id="rId16"/>
            </p:custDataLst>
          </p:nvPr>
        </p:nvSpPr>
        <p:spPr>
          <a:xfrm>
            <a:off x="6440170" y="5033645"/>
            <a:ext cx="716915" cy="716915"/>
          </a:xfrm>
          <a:prstGeom prst="ellipse">
            <a:avLst/>
          </a:prstGeom>
          <a:noFill/>
          <a:ln>
            <a:solidFill>
              <a:srgbClr val="2C7175"/>
            </a:solidFill>
            <a:prstDash val="solid"/>
          </a:ln>
          <a:effectLst>
            <a:outerShdw blurRad="50800" dist="38100" dir="5400000" algn="t"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63" name="文本框 62"/>
          <p:cNvSpPr txBox="1"/>
          <p:nvPr>
            <p:custDataLst>
              <p:tags r:id="rId17"/>
            </p:custDataLst>
          </p:nvPr>
        </p:nvSpPr>
        <p:spPr>
          <a:xfrm>
            <a:off x="7303770" y="5198745"/>
            <a:ext cx="3593465" cy="410845"/>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algn="l" fontAlgn="auto">
              <a:lnSpc>
                <a:spcPct val="130000"/>
              </a:lnSpc>
            </a:pPr>
            <a:r>
              <a:rPr lang="en-US" altLang="zh-CN" sz="1600" b="0" noProof="0" dirty="0">
                <a:solidFill>
                  <a:schemeClr val="tx1"/>
                </a:solidFill>
                <a:cs typeface="+mn-cs"/>
                <a:sym typeface="微软雅黑" panose="020B0503020204020204" charset="-122"/>
              </a:rPr>
              <a:t>2022年开展中国研究型医院评价遴选。</a:t>
            </a:r>
          </a:p>
        </p:txBody>
      </p:sp>
      <p:sp>
        <p:nvSpPr>
          <p:cNvPr id="68" name="文本框 67"/>
          <p:cNvSpPr txBox="1"/>
          <p:nvPr>
            <p:custDataLst>
              <p:tags r:id="rId18"/>
            </p:custDataLst>
          </p:nvPr>
        </p:nvSpPr>
        <p:spPr>
          <a:xfrm>
            <a:off x="2140585" y="2602230"/>
            <a:ext cx="3593465" cy="829945"/>
          </a:xfrm>
          <a:prstGeom prst="rect">
            <a:avLst/>
          </a:prstGeom>
          <a:noFill/>
        </p:spPr>
        <p:txBody>
          <a:bodyPr wrap="square">
            <a:spAutoFit/>
          </a:bodyPr>
          <a:lstStyle/>
          <a:p>
            <a:pPr fontAlgn="auto">
              <a:lnSpc>
                <a:spcPct val="150000"/>
              </a:lnSpc>
            </a:pPr>
            <a:r>
              <a:rPr kumimoji="0" lang="en-US" altLang="zh-CN" sz="1600" i="0" u="none" strike="noStrike" kern="100" cap="none" spc="0" normalizeH="0" baseline="0" noProof="0" dirty="0">
                <a:ln>
                  <a:noFill/>
                </a:ln>
                <a:solidFill>
                  <a:schemeClr val="tx1"/>
                </a:solidFill>
                <a:effectLst/>
                <a:uLnTx/>
                <a:uFillTx/>
                <a:latin typeface="微软雅黑" panose="020B0503020204020204" charset="-122"/>
                <a:ea typeface="微软雅黑" panose="020B0503020204020204" charset="-122"/>
                <a:sym typeface="微软雅黑" panose="020B0503020204020204" charset="-122"/>
              </a:rPr>
              <a:t>2003</a:t>
            </a:r>
            <a:r>
              <a:rPr kumimoji="0" lang="zh-CN" altLang="en-US" sz="1600" i="0" u="none" strike="noStrike" kern="100" cap="none" spc="0" normalizeH="0" baseline="0" noProof="0" dirty="0">
                <a:ln>
                  <a:noFill/>
                </a:ln>
                <a:solidFill>
                  <a:schemeClr val="tx1"/>
                </a:solidFill>
                <a:effectLst/>
                <a:uLnTx/>
                <a:uFillTx/>
                <a:latin typeface="微软雅黑" panose="020B0503020204020204" charset="-122"/>
                <a:ea typeface="微软雅黑" panose="020B0503020204020204" charset="-122"/>
                <a:sym typeface="微软雅黑" panose="020B0503020204020204" charset="-122"/>
              </a:rPr>
              <a:t>年《中华医学科研管理杂志》中首次提出</a:t>
            </a:r>
            <a:r>
              <a:rPr kumimoji="0" lang="en-US" altLang="zh-CN" sz="1600" i="0" u="none" strike="noStrike" kern="100" cap="none" spc="0" normalizeH="0" baseline="0" noProof="0" dirty="0">
                <a:ln>
                  <a:noFill/>
                </a:ln>
                <a:solidFill>
                  <a:schemeClr val="tx1"/>
                </a:solidFill>
                <a:effectLst/>
                <a:uLnTx/>
                <a:uFillTx/>
                <a:latin typeface="微软雅黑" panose="020B0503020204020204" charset="-122"/>
                <a:ea typeface="微软雅黑" panose="020B0503020204020204" charset="-122"/>
                <a:sym typeface="微软雅黑" panose="020B0503020204020204" charset="-122"/>
              </a:rPr>
              <a:t>“</a:t>
            </a:r>
            <a:r>
              <a:rPr kumimoji="0" lang="zh-CN" altLang="en-US" sz="1600" i="0" u="none" strike="noStrike" kern="100" cap="none" spc="0" normalizeH="0" baseline="0" noProof="0" dirty="0">
                <a:ln>
                  <a:noFill/>
                </a:ln>
                <a:solidFill>
                  <a:schemeClr val="tx1"/>
                </a:solidFill>
                <a:effectLst/>
                <a:uLnTx/>
                <a:uFillTx/>
                <a:latin typeface="微软雅黑" panose="020B0503020204020204" charset="-122"/>
                <a:ea typeface="微软雅黑" panose="020B0503020204020204" charset="-122"/>
                <a:sym typeface="微软雅黑" panose="020B0503020204020204" charset="-122"/>
              </a:rPr>
              <a:t>研究型医院</a:t>
            </a:r>
            <a:r>
              <a:rPr kumimoji="0" lang="en-US" altLang="zh-CN" sz="1600" i="0" u="none" strike="noStrike" kern="100" cap="none" spc="0" normalizeH="0" baseline="0" noProof="0" dirty="0">
                <a:ln>
                  <a:noFill/>
                </a:ln>
                <a:solidFill>
                  <a:schemeClr val="tx1"/>
                </a:solidFill>
                <a:effectLst/>
                <a:uLnTx/>
                <a:uFillTx/>
                <a:latin typeface="微软雅黑" panose="020B0503020204020204" charset="-122"/>
                <a:ea typeface="微软雅黑" panose="020B0503020204020204" charset="-122"/>
                <a:sym typeface="微软雅黑" panose="020B0503020204020204" charset="-122"/>
              </a:rPr>
              <a:t>”</a:t>
            </a:r>
            <a:r>
              <a:rPr kumimoji="0" lang="zh-CN" altLang="en-US" sz="1600" i="0" u="none" strike="noStrike" kern="100" cap="none" spc="0" normalizeH="0" baseline="0" noProof="0" dirty="0">
                <a:ln>
                  <a:noFill/>
                </a:ln>
                <a:solidFill>
                  <a:schemeClr val="tx1"/>
                </a:solidFill>
                <a:effectLst/>
                <a:uLnTx/>
                <a:uFillTx/>
                <a:latin typeface="微软雅黑" panose="020B0503020204020204" charset="-122"/>
                <a:ea typeface="微软雅黑" panose="020B0503020204020204" charset="-122"/>
                <a:sym typeface="微软雅黑" panose="020B0503020204020204" charset="-122"/>
              </a:rPr>
              <a:t>的概念。</a:t>
            </a:r>
          </a:p>
        </p:txBody>
      </p:sp>
      <p:sp>
        <p:nvSpPr>
          <p:cNvPr id="69" name="文本框 68"/>
          <p:cNvSpPr txBox="1"/>
          <p:nvPr>
            <p:custDataLst>
              <p:tags r:id="rId19"/>
            </p:custDataLst>
          </p:nvPr>
        </p:nvSpPr>
        <p:spPr>
          <a:xfrm>
            <a:off x="7303770" y="2602230"/>
            <a:ext cx="3593465" cy="829945"/>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algn="l" fontAlgn="auto">
              <a:lnSpc>
                <a:spcPct val="150000"/>
              </a:lnSpc>
            </a:pPr>
            <a:r>
              <a:rPr lang="en-US" altLang="zh-CN" sz="1600" b="0" noProof="0" dirty="0">
                <a:solidFill>
                  <a:schemeClr val="tx1"/>
                </a:solidFill>
                <a:cs typeface="+mn-cs"/>
                <a:sym typeface="微软雅黑" panose="020B0503020204020204" charset="-122"/>
              </a:rPr>
              <a:t>2004年，解放军总医院提出建设一流现代化研究型医院的战略构想。</a:t>
            </a:r>
          </a:p>
        </p:txBody>
      </p:sp>
      <p:sp>
        <p:nvSpPr>
          <p:cNvPr id="70" name="文本框 69"/>
          <p:cNvSpPr txBox="1"/>
          <p:nvPr>
            <p:custDataLst>
              <p:tags r:id="rId20"/>
            </p:custDataLst>
          </p:nvPr>
        </p:nvSpPr>
        <p:spPr>
          <a:xfrm>
            <a:off x="2140585" y="3946525"/>
            <a:ext cx="3593465" cy="460375"/>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fontAlgn="auto">
              <a:lnSpc>
                <a:spcPct val="150000"/>
              </a:lnSpc>
            </a:pPr>
            <a:r>
              <a:rPr lang="en-US" altLang="zh-CN" sz="1600" b="0" noProof="0" dirty="0">
                <a:solidFill>
                  <a:schemeClr val="tx1"/>
                </a:solidFill>
                <a:cs typeface="+mn-cs"/>
                <a:sym typeface="微软雅黑" panose="020B0503020204020204" charset="-122"/>
              </a:rPr>
              <a:t>2013年中国研究型医院学会创建</a:t>
            </a:r>
            <a:r>
              <a:rPr lang="zh-CN" altLang="en-US" sz="1400" b="0" dirty="0">
                <a:cs typeface="思源黑体 CN Normal" panose="020B0400000000000000" charset="-122"/>
                <a:sym typeface="微软雅黑" panose="020B0503020204020204" charset="-122"/>
              </a:rPr>
              <a:t>。</a:t>
            </a:r>
          </a:p>
        </p:txBody>
      </p:sp>
      <p:sp>
        <p:nvSpPr>
          <p:cNvPr id="71" name="文本框 70"/>
          <p:cNvSpPr txBox="1"/>
          <p:nvPr>
            <p:custDataLst>
              <p:tags r:id="rId21"/>
            </p:custDataLst>
          </p:nvPr>
        </p:nvSpPr>
        <p:spPr>
          <a:xfrm>
            <a:off x="7303770" y="3996055"/>
            <a:ext cx="3593465" cy="410845"/>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a:lnSpc>
                <a:spcPct val="130000"/>
              </a:lnSpc>
            </a:pPr>
            <a:r>
              <a:rPr lang="en-US" altLang="zh-CN" sz="1600" b="0" noProof="0" dirty="0">
                <a:solidFill>
                  <a:schemeClr val="tx1"/>
                </a:solidFill>
                <a:latin typeface="微软雅黑" panose="020B0503020204020204" charset="-122"/>
                <a:ea typeface="微软雅黑" panose="020B0503020204020204" charset="-122"/>
                <a:cs typeface="+mn-cs"/>
                <a:sym typeface="微软雅黑" panose="020B0503020204020204" charset="-122"/>
              </a:rPr>
              <a:t>2014年《中国研究型医院杂志》创刊。</a:t>
            </a:r>
          </a:p>
        </p:txBody>
      </p:sp>
      <p:sp>
        <p:nvSpPr>
          <p:cNvPr id="72" name="文本框 71"/>
          <p:cNvSpPr txBox="1"/>
          <p:nvPr>
            <p:custDataLst>
              <p:tags r:id="rId22"/>
            </p:custDataLst>
          </p:nvPr>
        </p:nvSpPr>
        <p:spPr>
          <a:xfrm>
            <a:off x="2140585" y="5149215"/>
            <a:ext cx="3593465" cy="460375"/>
          </a:xfrm>
          <a:prstGeom prst="rect">
            <a:avLst/>
          </a:prstGeom>
          <a:noFill/>
        </p:spPr>
        <p:txBody>
          <a:bodyPr wrap="square">
            <a:spAutoFit/>
          </a:bodyPr>
          <a:lstStyle>
            <a:defPPr>
              <a:defRPr lang="zh-CN"/>
            </a:defPPr>
            <a:lvl1pPr marR="0" lvl="0" indent="0" fontAlgn="auto">
              <a:lnSpc>
                <a:spcPct val="150000"/>
              </a:lnSpc>
              <a:spcBef>
                <a:spcPts val="0"/>
              </a:spcBef>
              <a:spcAft>
                <a:spcPts val="0"/>
              </a:spcAft>
              <a:buClrTx/>
              <a:buSzTx/>
              <a:buFontTx/>
              <a:buNone/>
              <a:defRPr kumimoji="0" sz="1600" b="1" i="0" u="none" strike="noStrike" kern="100" cap="none" spc="0" normalizeH="0" baseline="0">
                <a:ln>
                  <a:noFill/>
                </a:ln>
                <a:solidFill>
                  <a:srgbClr val="000000"/>
                </a:solidFill>
                <a:effectLst/>
                <a:uLnTx/>
                <a:uFillTx/>
                <a:latin typeface="微软雅黑" panose="020B0503020204020204" charset="-122"/>
                <a:ea typeface="微软雅黑" panose="020B0503020204020204" charset="-122"/>
                <a:cs typeface="黑体" panose="02010609060101010101" charset="-122"/>
              </a:defRPr>
            </a:lvl1pPr>
          </a:lstStyle>
          <a:p>
            <a:pPr fontAlgn="auto">
              <a:lnSpc>
                <a:spcPct val="150000"/>
              </a:lnSpc>
            </a:pPr>
            <a:r>
              <a:rPr lang="en-US" altLang="zh-CN" sz="1600" b="0" noProof="0" dirty="0">
                <a:solidFill>
                  <a:schemeClr val="tx1"/>
                </a:solidFill>
                <a:cs typeface="+mn-cs"/>
                <a:sym typeface="微软雅黑" panose="020B0503020204020204" charset="-122"/>
              </a:rPr>
              <a:t>2021年中国研究型医院评审体系创立</a:t>
            </a:r>
            <a:r>
              <a:rPr lang="zh-CN" altLang="en-US" sz="1400" b="0" dirty="0">
                <a:sym typeface="微软雅黑" panose="020B0503020204020204" charset="-122"/>
              </a:rPr>
              <a:t>。</a:t>
            </a:r>
          </a:p>
        </p:txBody>
      </p:sp>
      <p:grpSp>
        <p:nvGrpSpPr>
          <p:cNvPr id="73" name="组合 72"/>
          <p:cNvGrpSpPr/>
          <p:nvPr/>
        </p:nvGrpSpPr>
        <p:grpSpPr>
          <a:xfrm>
            <a:off x="8277860" y="1433195"/>
            <a:ext cx="3440430" cy="328295"/>
            <a:chOff x="13036" y="2142"/>
            <a:chExt cx="5418" cy="517"/>
          </a:xfrm>
        </p:grpSpPr>
        <p:sp>
          <p:nvSpPr>
            <p:cNvPr id="74" name="矩形 73"/>
            <p:cNvSpPr/>
            <p:nvPr>
              <p:custDataLst>
                <p:tags r:id="rId32"/>
              </p:custDataLst>
            </p:nvPr>
          </p:nvSpPr>
          <p:spPr>
            <a:xfrm rot="5400000" flipH="1">
              <a:off x="14538" y="1085"/>
              <a:ext cx="72" cy="3076"/>
            </a:xfrm>
            <a:prstGeom prst="rect">
              <a:avLst/>
            </a:prstGeom>
            <a:gradFill flip="none" rotWithShape="1">
              <a:gsLst>
                <a:gs pos="0">
                  <a:srgbClr val="3A8F96"/>
                </a:gs>
                <a:gs pos="100000">
                  <a:srgbClr val="8BBD9C">
                    <a:alpha val="0"/>
                  </a:srgbClr>
                </a:gs>
              </a:gsLst>
              <a:lin ang="5400000" scaled="1"/>
              <a:tileRect/>
            </a:gradFill>
            <a:ln>
              <a:noFill/>
            </a:ln>
            <a:scene3d>
              <a:camera prst="perspectiveLeft">
                <a:rot lat="0" lon="24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77" name="矩形 76"/>
            <p:cNvSpPr/>
            <p:nvPr>
              <p:custDataLst>
                <p:tags r:id="rId33"/>
              </p:custDataLst>
            </p:nvPr>
          </p:nvSpPr>
          <p:spPr>
            <a:xfrm rot="5400000">
              <a:off x="16788" y="732"/>
              <a:ext cx="256" cy="3076"/>
            </a:xfrm>
            <a:prstGeom prst="rect">
              <a:avLst/>
            </a:prstGeom>
            <a:gradFill flip="none" rotWithShape="1">
              <a:gsLst>
                <a:gs pos="100000">
                  <a:srgbClr val="8BBD9C">
                    <a:alpha val="0"/>
                  </a:srgbClr>
                </a:gs>
                <a:gs pos="0">
                  <a:srgbClr val="3A8F96"/>
                </a:gs>
              </a:gsLst>
              <a:lin ang="5400000" scaled="1"/>
            </a:gradFill>
            <a:ln>
              <a:noFill/>
            </a:ln>
            <a:effectLst/>
            <a:scene3d>
              <a:camera prst="perspectiveLeft">
                <a:rot lat="0" lon="24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grpSp>
      <p:pic>
        <p:nvPicPr>
          <p:cNvPr id="3" name="图片 2" descr="清华大学&amp;北京清华长庚医院logo-左右横排版"/>
          <p:cNvPicPr>
            <a:picLocks noChangeAspect="1"/>
          </p:cNvPicPr>
          <p:nvPr/>
        </p:nvPicPr>
        <p:blipFill>
          <a:blip r:embed="rId37"/>
          <a:stretch>
            <a:fillRect/>
          </a:stretch>
        </p:blipFill>
        <p:spPr>
          <a:xfrm>
            <a:off x="9343390" y="148590"/>
            <a:ext cx="2664460" cy="457835"/>
          </a:xfrm>
          <a:prstGeom prst="rect">
            <a:avLst/>
          </a:prstGeom>
        </p:spPr>
      </p:pic>
      <p:grpSp>
        <p:nvGrpSpPr>
          <p:cNvPr id="5" name="组合 4"/>
          <p:cNvGrpSpPr/>
          <p:nvPr/>
        </p:nvGrpSpPr>
        <p:grpSpPr>
          <a:xfrm>
            <a:off x="979170" y="1049655"/>
            <a:ext cx="2626360" cy="1113155"/>
            <a:chOff x="1445" y="2661"/>
            <a:chExt cx="7838" cy="3310"/>
          </a:xfrm>
        </p:grpSpPr>
        <p:sp>
          <p:nvSpPr>
            <p:cNvPr id="8" name="矩形: 圆角 44"/>
            <p:cNvSpPr/>
            <p:nvPr>
              <p:custDataLst>
                <p:tags r:id="rId29"/>
              </p:custDataLst>
            </p:nvPr>
          </p:nvSpPr>
          <p:spPr>
            <a:xfrm>
              <a:off x="1445" y="3017"/>
              <a:ext cx="7838" cy="2954"/>
            </a:xfrm>
            <a:prstGeom prst="roundRect">
              <a:avLst>
                <a:gd name="adj" fmla="val 8084"/>
              </a:avLst>
            </a:prstGeom>
            <a:solidFill>
              <a:schemeClr val="bg1">
                <a:alpha val="80000"/>
              </a:schemeClr>
            </a:solidFill>
            <a:ln>
              <a:noFill/>
            </a:ln>
            <a:effectLst>
              <a:outerShdw blurRad="419100" dist="114300" dir="2700000" sx="98000" sy="98000" algn="tl" rotWithShape="0">
                <a:srgbClr val="3A8F96">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charset="-122"/>
                <a:ea typeface="微软雅黑" panose="020B0503020204020204" charset="-122"/>
                <a:sym typeface="微软雅黑" panose="020B0503020204020204" charset="-122"/>
              </a:endParaRPr>
            </a:p>
          </p:txBody>
        </p:sp>
        <p:sp>
          <p:nvSpPr>
            <p:cNvPr id="6" name="矩形: 圆角 54"/>
            <p:cNvSpPr/>
            <p:nvPr>
              <p:custDataLst>
                <p:tags r:id="rId30"/>
              </p:custDataLst>
            </p:nvPr>
          </p:nvSpPr>
          <p:spPr>
            <a:xfrm>
              <a:off x="1445" y="2661"/>
              <a:ext cx="5328" cy="930"/>
            </a:xfrm>
            <a:prstGeom prst="roundRect">
              <a:avLst>
                <a:gd name="adj" fmla="val 50000"/>
              </a:avLst>
            </a:prstGeom>
            <a:gradFill flip="none" rotWithShape="1">
              <a:gsLst>
                <a:gs pos="50000">
                  <a:srgbClr val="8BBD9C"/>
                </a:gs>
                <a:gs pos="0">
                  <a:srgbClr val="8BBD9C"/>
                </a:gs>
                <a:gs pos="100000">
                  <a:srgbClr val="3A8F96"/>
                </a:gs>
              </a:gsLst>
              <a:lin scaled="1"/>
            </a:gradFill>
            <a:ln>
              <a:noFill/>
            </a:ln>
            <a:effectLst>
              <a:outerShdw blurRad="419100" dist="114300" dir="2700000" sx="98000" sy="98000" algn="tl" rotWithShape="0">
                <a:schemeClr val="accent1">
                  <a:lumMod val="60000"/>
                  <a:lumOff val="40000"/>
                  <a:alpha val="3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anose="020B0503020204020204" charset="-122"/>
                  <a:ea typeface="微软雅黑" panose="020B0503020204020204" charset="-122"/>
                  <a:sym typeface="微软雅黑" panose="020B0503020204020204" charset="-122"/>
                </a:rPr>
                <a:t>早期探索</a:t>
              </a:r>
            </a:p>
          </p:txBody>
        </p:sp>
        <p:sp>
          <p:nvSpPr>
            <p:cNvPr id="9" name="文本框 8"/>
            <p:cNvSpPr txBox="1"/>
            <p:nvPr>
              <p:custDataLst>
                <p:tags r:id="rId31"/>
              </p:custDataLst>
            </p:nvPr>
          </p:nvSpPr>
          <p:spPr>
            <a:xfrm>
              <a:off x="1525" y="4009"/>
              <a:ext cx="7618" cy="1739"/>
            </a:xfrm>
            <a:prstGeom prst="rect">
              <a:avLst/>
            </a:prstGeom>
            <a:noFill/>
          </p:spPr>
          <p:txBody>
            <a:bodyPr wrap="square" rtlCol="0">
              <a:noAutofit/>
            </a:bodyPr>
            <a:lstStyle/>
            <a:p>
              <a:pPr fontAlgn="auto">
                <a:lnSpc>
                  <a:spcPct val="150000"/>
                </a:lnSpc>
              </a:pPr>
              <a:r>
                <a:rPr lang="zh-CN" altLang="en-US" sz="1200" b="1"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研究型医院最早来源于研究型大学</a:t>
              </a:r>
            </a:p>
          </p:txBody>
        </p:sp>
      </p:grpSp>
      <p:grpSp>
        <p:nvGrpSpPr>
          <p:cNvPr id="106" name="组合 105"/>
          <p:cNvGrpSpPr/>
          <p:nvPr/>
        </p:nvGrpSpPr>
        <p:grpSpPr>
          <a:xfrm>
            <a:off x="4568190" y="1045210"/>
            <a:ext cx="2626360" cy="1108710"/>
            <a:chOff x="1445" y="2661"/>
            <a:chExt cx="7838" cy="3310"/>
          </a:xfrm>
        </p:grpSpPr>
        <p:sp>
          <p:nvSpPr>
            <p:cNvPr id="107" name="矩形: 圆角 44"/>
            <p:cNvSpPr/>
            <p:nvPr>
              <p:custDataLst>
                <p:tags r:id="rId26"/>
              </p:custDataLst>
            </p:nvPr>
          </p:nvSpPr>
          <p:spPr>
            <a:xfrm>
              <a:off x="1445" y="3017"/>
              <a:ext cx="7838" cy="2954"/>
            </a:xfrm>
            <a:prstGeom prst="roundRect">
              <a:avLst>
                <a:gd name="adj" fmla="val 8084"/>
              </a:avLst>
            </a:prstGeom>
            <a:solidFill>
              <a:schemeClr val="bg1">
                <a:alpha val="80000"/>
              </a:schemeClr>
            </a:solidFill>
            <a:ln>
              <a:noFill/>
            </a:ln>
            <a:effectLst>
              <a:outerShdw blurRad="419100" dist="114300" dir="2700000" sx="98000" sy="98000" algn="tl" rotWithShape="0">
                <a:srgbClr val="3A8F96">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charset="-122"/>
                <a:ea typeface="微软雅黑" panose="020B0503020204020204" charset="-122"/>
                <a:sym typeface="微软雅黑" panose="020B0503020204020204" charset="-122"/>
              </a:endParaRPr>
            </a:p>
          </p:txBody>
        </p:sp>
        <p:sp>
          <p:nvSpPr>
            <p:cNvPr id="108" name="矩形: 圆角 54"/>
            <p:cNvSpPr/>
            <p:nvPr>
              <p:custDataLst>
                <p:tags r:id="rId27"/>
              </p:custDataLst>
            </p:nvPr>
          </p:nvSpPr>
          <p:spPr>
            <a:xfrm>
              <a:off x="1445" y="2661"/>
              <a:ext cx="5328" cy="930"/>
            </a:xfrm>
            <a:prstGeom prst="roundRect">
              <a:avLst>
                <a:gd name="adj" fmla="val 50000"/>
              </a:avLst>
            </a:prstGeom>
            <a:gradFill flip="none" rotWithShape="1">
              <a:gsLst>
                <a:gs pos="50000">
                  <a:srgbClr val="8BBD9C"/>
                </a:gs>
                <a:gs pos="0">
                  <a:srgbClr val="8BBD9C"/>
                </a:gs>
                <a:gs pos="100000">
                  <a:srgbClr val="3A8F96"/>
                </a:gs>
              </a:gsLst>
              <a:lin scaled="1"/>
            </a:gradFill>
            <a:ln>
              <a:noFill/>
            </a:ln>
            <a:effectLst>
              <a:outerShdw blurRad="419100" dist="114300" dir="2700000" sx="98000" sy="98000" algn="tl" rotWithShape="0">
                <a:schemeClr val="accent1">
                  <a:lumMod val="60000"/>
                  <a:lumOff val="40000"/>
                  <a:alpha val="3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anose="020B0503020204020204" charset="-122"/>
                  <a:ea typeface="微软雅黑" panose="020B0503020204020204" charset="-122"/>
                  <a:sym typeface="微软雅黑" panose="020B0503020204020204" charset="-122"/>
                </a:rPr>
                <a:t>政策推动</a:t>
              </a:r>
            </a:p>
          </p:txBody>
        </p:sp>
        <p:sp>
          <p:nvSpPr>
            <p:cNvPr id="109" name="文本框 108"/>
            <p:cNvSpPr txBox="1"/>
            <p:nvPr>
              <p:custDataLst>
                <p:tags r:id="rId28"/>
              </p:custDataLst>
            </p:nvPr>
          </p:nvSpPr>
          <p:spPr>
            <a:xfrm>
              <a:off x="1877" y="4007"/>
              <a:ext cx="7211" cy="1887"/>
            </a:xfrm>
            <a:prstGeom prst="rect">
              <a:avLst/>
            </a:prstGeom>
            <a:noFill/>
          </p:spPr>
          <p:txBody>
            <a:bodyPr wrap="square" rtlCol="0">
              <a:noAutofit/>
            </a:bodyPr>
            <a:lstStyle/>
            <a:p>
              <a:pPr fontAlgn="auto">
                <a:lnSpc>
                  <a:spcPct val="150000"/>
                </a:lnSpc>
              </a:pPr>
              <a:r>
                <a:rPr lang="en-US" altLang="zh-CN" sz="1200" b="1"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2011</a:t>
              </a:r>
              <a:r>
                <a:rPr lang="zh-CN" altLang="en-US" sz="1200" b="1"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年《医学科技发展</a:t>
              </a:r>
              <a:r>
                <a:rPr lang="en-US" altLang="zh-CN" sz="1200" b="1"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a:t>
              </a:r>
              <a:r>
                <a:rPr lang="zh-CN" altLang="en-US" sz="1200" b="1"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十二五</a:t>
              </a:r>
              <a:r>
                <a:rPr lang="en-US" altLang="zh-CN" sz="1200" b="1"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a:t>
              </a:r>
              <a:r>
                <a:rPr lang="zh-CN" altLang="en-US" sz="1200" b="1"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规划》首次纳入国家层面</a:t>
              </a:r>
            </a:p>
          </p:txBody>
        </p:sp>
      </p:grpSp>
      <p:grpSp>
        <p:nvGrpSpPr>
          <p:cNvPr id="110" name="组合 109"/>
          <p:cNvGrpSpPr/>
          <p:nvPr/>
        </p:nvGrpSpPr>
        <p:grpSpPr>
          <a:xfrm>
            <a:off x="8165465" y="1037590"/>
            <a:ext cx="2626360" cy="1206538"/>
            <a:chOff x="1445" y="2661"/>
            <a:chExt cx="7838" cy="3600"/>
          </a:xfrm>
        </p:grpSpPr>
        <p:sp>
          <p:nvSpPr>
            <p:cNvPr id="111" name="矩形: 圆角 44"/>
            <p:cNvSpPr/>
            <p:nvPr>
              <p:custDataLst>
                <p:tags r:id="rId23"/>
              </p:custDataLst>
            </p:nvPr>
          </p:nvSpPr>
          <p:spPr>
            <a:xfrm>
              <a:off x="1445" y="3017"/>
              <a:ext cx="7838" cy="2954"/>
            </a:xfrm>
            <a:prstGeom prst="roundRect">
              <a:avLst>
                <a:gd name="adj" fmla="val 8084"/>
              </a:avLst>
            </a:prstGeom>
            <a:solidFill>
              <a:schemeClr val="bg1">
                <a:alpha val="80000"/>
              </a:schemeClr>
            </a:solidFill>
            <a:ln>
              <a:noFill/>
            </a:ln>
            <a:effectLst>
              <a:outerShdw blurRad="419100" dist="114300" dir="2700000" sx="98000" sy="98000" algn="tl" rotWithShape="0">
                <a:srgbClr val="3A8F96">
                  <a:alpha val="3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charset="-122"/>
                <a:ea typeface="微软雅黑" panose="020B0503020204020204" charset="-122"/>
                <a:sym typeface="微软雅黑" panose="020B0503020204020204" charset="-122"/>
              </a:endParaRPr>
            </a:p>
          </p:txBody>
        </p:sp>
        <p:sp>
          <p:nvSpPr>
            <p:cNvPr id="112" name="矩形: 圆角 54"/>
            <p:cNvSpPr/>
            <p:nvPr>
              <p:custDataLst>
                <p:tags r:id="rId24"/>
              </p:custDataLst>
            </p:nvPr>
          </p:nvSpPr>
          <p:spPr>
            <a:xfrm>
              <a:off x="1445" y="2661"/>
              <a:ext cx="5328" cy="930"/>
            </a:xfrm>
            <a:prstGeom prst="roundRect">
              <a:avLst>
                <a:gd name="adj" fmla="val 50000"/>
              </a:avLst>
            </a:prstGeom>
            <a:gradFill flip="none" rotWithShape="1">
              <a:gsLst>
                <a:gs pos="50000">
                  <a:srgbClr val="8BBD9C"/>
                </a:gs>
                <a:gs pos="0">
                  <a:srgbClr val="8BBD9C"/>
                </a:gs>
                <a:gs pos="100000">
                  <a:srgbClr val="3A8F96"/>
                </a:gs>
              </a:gsLst>
              <a:lin scaled="1"/>
            </a:gradFill>
            <a:ln>
              <a:noFill/>
            </a:ln>
            <a:effectLst>
              <a:outerShdw blurRad="419100" dist="114300" dir="2700000" sx="98000" sy="98000" algn="tl" rotWithShape="0">
                <a:schemeClr val="accent1">
                  <a:lumMod val="60000"/>
                  <a:lumOff val="40000"/>
                  <a:alpha val="3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微软雅黑" panose="020B0503020204020204" charset="-122"/>
                  <a:ea typeface="微软雅黑" panose="020B0503020204020204" charset="-122"/>
                  <a:sym typeface="微软雅黑" panose="020B0503020204020204" charset="-122"/>
                </a:rPr>
                <a:t>近年成果</a:t>
              </a:r>
            </a:p>
          </p:txBody>
        </p:sp>
        <p:sp>
          <p:nvSpPr>
            <p:cNvPr id="113" name="文本框 112"/>
            <p:cNvSpPr txBox="1"/>
            <p:nvPr>
              <p:custDataLst>
                <p:tags r:id="rId25"/>
              </p:custDataLst>
            </p:nvPr>
          </p:nvSpPr>
          <p:spPr>
            <a:xfrm>
              <a:off x="1877" y="4008"/>
              <a:ext cx="7209" cy="2253"/>
            </a:xfrm>
            <a:prstGeom prst="rect">
              <a:avLst/>
            </a:prstGeom>
            <a:noFill/>
          </p:spPr>
          <p:txBody>
            <a:bodyPr wrap="square" rtlCol="0">
              <a:noAutofit/>
            </a:bodyPr>
            <a:lstStyle/>
            <a:p>
              <a:pPr fontAlgn="auto">
                <a:lnSpc>
                  <a:spcPct val="150000"/>
                </a:lnSpc>
              </a:pPr>
              <a:r>
                <a:rPr lang="zh-CN" altLang="en-US" sz="1200" b="1" dirty="0">
                  <a:latin typeface="微软雅黑" panose="020B0503020204020204" charset="-122"/>
                  <a:ea typeface="微软雅黑" panose="020B0503020204020204" charset="-122"/>
                  <a:cs typeface="思源黑体 CN Normal" panose="020B0400000000000000" charset="-122"/>
                  <a:sym typeface="微软雅黑" panose="020B0503020204020204" charset="-122"/>
                </a:rPr>
                <a:t>医学科技创新、疑难病诊疗能力提升及成果转化方面表现突出</a:t>
              </a:r>
            </a:p>
          </p:txBody>
        </p:sp>
      </p:grpSp>
      <p:sp>
        <p:nvSpPr>
          <p:cNvPr id="11" name="燕尾形 10"/>
          <p:cNvSpPr/>
          <p:nvPr/>
        </p:nvSpPr>
        <p:spPr>
          <a:xfrm>
            <a:off x="3855085" y="1428115"/>
            <a:ext cx="485775" cy="485775"/>
          </a:xfrm>
          <a:prstGeom prst="chevron">
            <a:avLst/>
          </a:prstGeom>
          <a:solidFill>
            <a:srgbClr val="549E98"/>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燕尾形 11"/>
          <p:cNvSpPr/>
          <p:nvPr/>
        </p:nvSpPr>
        <p:spPr>
          <a:xfrm>
            <a:off x="7493000" y="1405255"/>
            <a:ext cx="485775" cy="485775"/>
          </a:xfrm>
          <a:prstGeom prst="chevron">
            <a:avLst/>
          </a:prstGeom>
          <a:solidFill>
            <a:srgbClr val="549E98"/>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3" name="图片 2" descr="图片1"/>
          <p:cNvPicPr>
            <a:picLocks noChangeAspect="1"/>
          </p:cNvPicPr>
          <p:nvPr/>
        </p:nvPicPr>
        <p:blipFill>
          <a:blip r:embed="rId3"/>
          <a:stretch>
            <a:fillRect/>
          </a:stretch>
        </p:blipFill>
        <p:spPr>
          <a:xfrm>
            <a:off x="-12700" y="0"/>
            <a:ext cx="12192000" cy="4071620"/>
          </a:xfrm>
          <a:prstGeom prst="rect">
            <a:avLst/>
          </a:prstGeom>
        </p:spPr>
      </p:pic>
      <p:sp>
        <p:nvSpPr>
          <p:cNvPr id="18" name="文本框 17"/>
          <p:cNvSpPr txBox="1"/>
          <p:nvPr/>
        </p:nvSpPr>
        <p:spPr>
          <a:xfrm>
            <a:off x="2650490" y="1781810"/>
            <a:ext cx="6891655" cy="1568450"/>
          </a:xfrm>
          <a:prstGeom prst="rect">
            <a:avLst/>
          </a:prstGeom>
          <a:noFill/>
        </p:spPr>
        <p:txBody>
          <a:bodyPr wrap="square" rtlCol="0">
            <a:spAutoFit/>
          </a:bodyPr>
          <a:lstStyle/>
          <a:p>
            <a:pPr algn="ctr"/>
            <a:r>
              <a:rPr lang="zh-CN" altLang="en-US" sz="9600" b="1">
                <a:solidFill>
                  <a:schemeClr val="bg1"/>
                </a:solidFill>
                <a:latin typeface="微软雅黑" panose="020B0503020204020204" charset="-122"/>
                <a:ea typeface="微软雅黑" panose="020B0503020204020204" charset="-122"/>
              </a:rPr>
              <a:t>感谢聆听！</a:t>
            </a:r>
          </a:p>
        </p:txBody>
      </p:sp>
      <p:pic>
        <p:nvPicPr>
          <p:cNvPr id="2" name="图片 1" descr="清华大学&amp;北京清华长庚医院logo-左右横排版"/>
          <p:cNvPicPr>
            <a:picLocks noChangeAspect="1"/>
          </p:cNvPicPr>
          <p:nvPr/>
        </p:nvPicPr>
        <p:blipFill>
          <a:blip r:embed="rId4"/>
          <a:stretch>
            <a:fillRect/>
          </a:stretch>
        </p:blipFill>
        <p:spPr>
          <a:xfrm>
            <a:off x="3773170" y="5417185"/>
            <a:ext cx="4596130" cy="78930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SHADOWSIZE" val="100"/>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SHADOWSIZE" val="100"/>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SHADOWSIZE" val="100"/>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SHADOWSIZE" val="100"/>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ID" val="custom20205081_1*b*1"/>
  <p:tag name="KSO_WM_TEMPLATE_CATEGORY" val="custom"/>
  <p:tag name="KSO_WM_TEMPLATE_INDEX" val="20205081"/>
  <p:tag name="KSO_WM_UNIT_LAYERLEVEL" val="1"/>
  <p:tag name="KSO_WM_TAG_VERSION" val="1.0"/>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ID" val="custom20205081_1*b*1"/>
  <p:tag name="KSO_WM_TEMPLATE_CATEGORY" val="custom"/>
  <p:tag name="KSO_WM_TEMPLATE_INDEX" val="20205081"/>
  <p:tag name="KSO_WM_UNIT_LAYERLEVEL" val="1"/>
  <p:tag name="KSO_WM_TAG_VERSION" val="1.0"/>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2.1,&quot;left&quot;:85.9,&quot;top&quot;:201.3,&quot;width&quot;:788.2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756</Words>
  <Application>Microsoft Office PowerPoint</Application>
  <PresentationFormat>宽屏</PresentationFormat>
  <Paragraphs>105</Paragraphs>
  <Slides>12</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Microsoft YaHei Bold</vt:lpstr>
      <vt:lpstr>华文中宋</vt:lpstr>
      <vt:lpstr>思源黑体 CN Normal</vt:lpstr>
      <vt:lpstr>微软雅黑</vt:lpstr>
      <vt:lpstr>Arial</vt:lpstr>
      <vt:lpstr>Arial Black</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Xiaoxi Wen</dc:creator>
  <cp:lastModifiedBy>冕 吴</cp:lastModifiedBy>
  <cp:revision>56</cp:revision>
  <dcterms:created xsi:type="dcterms:W3CDTF">2019-09-19T02:01:00Z</dcterms:created>
  <dcterms:modified xsi:type="dcterms:W3CDTF">2025-08-08T06:45:03Z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2052-11.8.2.11718</vt:lpwstr>
  </property>
  <property fmtid="{D5CDD505-2E9C-101B-9397-08002B2CF9AE}" pid="3" name="ICV">
    <vt:lpwstr>6201F526C02A48178C82598294C6918F</vt:lpwstr>
  </property>
</Properties>
</file>