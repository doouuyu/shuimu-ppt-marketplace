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notesSlides/notesSlide1.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lvl1pPr>
          </a:lstStyle>
          <a:p>
            <a:pPr algn="l" marL="0" indent="0">
              <a:lnSpc>
                <a:spcPct val="100000"/>
              </a:lnSpc>
            </a:pPr>
            <a:r>
              <a:rPr lang="en-US" b="false" i="false" strike="noStrike" u="none" sz="1200">
                <a:solidFill>
                  <a:srgbClr val="000000"/>
                </a:solidFill>
                <a:latin typeface="Songti SC"/>
                <a:ea typeface="Songti SC"/>
                <a:cs typeface="Songti SC"/>
                <a:sym typeface="Songti SC"/>
              </a:rPr>
              <a:t>单击此处添加文本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3.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jpeg" Type="http://schemas.openxmlformats.org/officeDocument/2006/relationships/image"/><Relationship Id="rId3" Target="../media/image3.png" Type="http://schemas.openxmlformats.org/officeDocument/2006/relationships/image"/></Relationships>
</file>

<file path=ppt/slideLayouts/_rels/slideLayout2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alpha val="100000"/>
          </a:srgbClr>
        </a:solidFill>
      </p:bgPr>
    </p:bg>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1524000" y="1322962"/>
            <a:ext cx="9144000" cy="2187001"/>
          </a:xfrm>
          <a:prstGeom prst="rect">
            <a:avLst/>
          </a:prstGeom>
          <a:noFill/>
          <a:ln w="12700">
            <a:noFill/>
            <a:prstDash val="solid"/>
          </a:ln>
        </p:spPr>
        <p:txBody>
          <a:bodyPr anchor="b" wrap="square" lIns="91440" rIns="91440" tIns="45720" bIns="45720">
            <a:normAutofit lnSpcReduction="0"/>
          </a:bodyPr>
          <a:lstStyle>
            <a:lvl1pPr algn="ctr">
              <a:lnSpc>
                <a:spcPct val="133333"/>
              </a:lnSpc>
              <a:defRPr sz="6000" b="false" i="false" u="none" strike="noStrike" spc="0">
                <a:solidFill>
                  <a:srgbClr val="262626">
                    <a:alpha val="100000"/>
                  </a:srgbClr>
                </a:solidFill>
                <a:latin typeface="Noto Sans SC"/>
              </a:defRPr>
            </a:lvl1pPr>
          </a:lstStyle>
          <a:p>
            <a:pPr algn="ctr" marL="0" indent="0">
              <a:lnSpc>
                <a:spcPct val="133333"/>
              </a:lnSpc>
            </a:pPr>
            <a:r>
              <a:rPr lang="en-US" b="false" i="false" strike="noStrike" u="none" sz="6000">
                <a:solidFill>
                  <a:srgbClr val="262626"/>
                </a:solidFill>
                <a:latin typeface="Songti SC"/>
                <a:ea typeface="Songti SC"/>
                <a:cs typeface="Songti SC"/>
                <a:sym typeface="Songti SC"/>
              </a:rPr>
              <a:t>单击此处添加标题</a:t>
            </a:r>
          </a:p>
        </p:txBody>
      </p:sp>
      <p:sp>
        <p:nvSpPr>
          <p:cNvPr name="AutoShape 3" id="3"/>
          <p:cNvSpPr/>
          <p:nvPr>
            <p:ph idx="7"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4" id="4"/>
          <p:cNvSpPr/>
          <p:nvPr>
            <p:ph idx="8"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5" id="5"/>
          <p:cNvSpPr/>
          <p:nvPr>
            <p:ph idx="9"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
        <p:nvSpPr>
          <p:cNvPr name="AutoShape 6" id="6"/>
          <p:cNvSpPr/>
          <p:nvPr>
            <p:ph idx="10" type="body" sz="quarter" hasCustomPrompt="true"/>
          </p:nvPr>
        </p:nvSpPr>
        <p:spPr>
          <a:xfrm rot="0" flipH="false" flipV="false">
            <a:off x="1524000" y="3602038"/>
            <a:ext cx="9144000" cy="1655762"/>
          </a:xfrm>
          <a:prstGeom prst="rect">
            <a:avLst/>
          </a:prstGeom>
          <a:noFill/>
          <a:ln w="12700">
            <a:noFill/>
            <a:prstDash val="solid"/>
          </a:ln>
        </p:spPr>
        <p:txBody>
          <a:bodyPr anchor="t" wrap="square" lIns="91440" rIns="91440" tIns="45720" bIns="45720">
            <a:normAutofit lnSpcReduction="0"/>
          </a:bodyPr>
          <a:lstStyle>
            <a:lvl1pPr algn="ctr">
              <a:lnSpc>
                <a:spcPct val="91666"/>
              </a:lnSpc>
              <a:defRPr sz="2400" b="false" i="false" u="none" strike="noStrike" spc="0">
                <a:solidFill>
                  <a:srgbClr val="595959">
                    <a:alpha val="100000"/>
                  </a:srgbClr>
                </a:solidFill>
                <a:latin typeface="Noto Sans SC"/>
              </a:defRPr>
            </a:lvl1pPr>
          </a:lstStyle>
          <a:p>
            <a:pPr algn="ctr" marL="0" indent="0">
              <a:lnSpc>
                <a:spcPct val="91666"/>
              </a:lnSpc>
              <a:spcBef>
                <a:spcPts val="1000"/>
              </a:spcBef>
            </a:pPr>
            <a:r>
              <a:rPr lang="en-US" b="false" i="false" strike="noStrike" u="none" sz="2400">
                <a:solidFill>
                  <a:srgbClr val="595959"/>
                </a:solidFill>
                <a:latin typeface="Songti SC"/>
                <a:ea typeface="Songti SC"/>
                <a:cs typeface="Songti SC"/>
                <a:sym typeface="Songti SC"/>
              </a:rPr>
              <a:t>单击此处添加副标题</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和内容">
    <p:spTree>
      <p:nvGrpSpPr>
        <p:cNvPr id="1" name=""/>
        <p:cNvGrpSpPr/>
        <p:nvPr/>
      </p:nvGrpSpPr>
      <p:grpSpPr>
        <a:xfrm>
          <a:off x="0" y="0"/>
          <a:ext cx="0" cy="0"/>
          <a:chOff x="0" y="0"/>
          <a:chExt cx="0" cy="0"/>
        </a:xfrm>
      </p:grpSpPr>
      <p:sp>
        <p:nvSpPr>
          <p:cNvPr name="AutoShape 2" id="2"/>
          <p:cNvSpPr/>
          <p:nvPr>
            <p:ph idx="11" type="body" sz="quarter" hasCustomPrompt="true"/>
          </p:nvPr>
        </p:nvSpPr>
        <p:spPr>
          <a:xfrm rot="0" flipH="false" flipV="false">
            <a:off x="647700" y="258445"/>
            <a:ext cx="10515600" cy="1325563"/>
          </a:xfrm>
          <a:prstGeom prst="rect">
            <a:avLst/>
          </a:prstGeom>
          <a:noFill/>
          <a:ln w="12700">
            <a:noFill/>
            <a:prstDash val="solid"/>
          </a:ln>
        </p:spPr>
        <p:txBody>
          <a:bodyPr anchor="ctr" wrap="square" lIns="91440" rIns="91440" tIns="45720" bIns="45720">
            <a:normAutofit lnSpcReduction="0"/>
          </a:bodyPr>
          <a:lstStyle>
            <a:lvl1pPr algn="l">
              <a:lnSpc>
                <a:spcPct val="91666"/>
              </a:lnSpc>
              <a:defRPr sz="4400" b="false" i="false" u="none" strike="noStrike" spc="0">
                <a:solidFill>
                  <a:srgbClr val="262626">
                    <a:alpha val="100000"/>
                  </a:srgbClr>
                </a:solidFill>
                <a:latin typeface="Noto Sans SC"/>
              </a:defRPr>
            </a:lvl1pPr>
          </a:lstStyle>
          <a:p>
            <a:pPr algn="l" marL="0" indent="0">
              <a:lnSpc>
                <a:spcPct val="91666"/>
              </a:lnSpc>
            </a:pPr>
            <a:r>
              <a:rPr lang="en-US" b="false" i="false" strike="noStrike" u="none" sz="4400">
                <a:solidFill>
                  <a:srgbClr val="262626"/>
                </a:solidFill>
                <a:latin typeface="Songti SC"/>
                <a:ea typeface="Songti SC"/>
                <a:cs typeface="Songti SC"/>
                <a:sym typeface="Songti SC"/>
              </a:rPr>
              <a:t>单击此处编辑母版标题样式</a:t>
            </a:r>
          </a:p>
        </p:txBody>
      </p:sp>
      <p:sp>
        <p:nvSpPr>
          <p:cNvPr name="AutoShape 3" id="3"/>
          <p:cNvSpPr/>
          <p:nvPr>
            <p:ph idx="12" type="body" sz="quarter" hasCustomPrompt="true"/>
          </p:nvPr>
        </p:nvSpPr>
        <p:spPr>
          <a:xfrm rot="0" flipH="false" flipV="false">
            <a:off x="647700" y="1825625"/>
            <a:ext cx="10515600" cy="4351338"/>
          </a:xfrm>
          <a:prstGeom prst="rect">
            <a:avLst/>
          </a:prstGeom>
          <a:noFill/>
          <a:ln w="12700">
            <a:noFill/>
            <a:prstDash val="solid"/>
          </a:ln>
        </p:spPr>
        <p:txBody>
          <a:bodyPr anchor="t" wrap="square" lIns="91440" rIns="91440" tIns="45720" bIns="45720">
            <a:normAutofit lnSpcReduction="0"/>
          </a:bodyPr>
          <a:lstStyle>
            <a:lvl1pPr algn="l">
              <a:lnSpc>
                <a:spcPct val="91666"/>
              </a:lnSpc>
              <a:defRPr sz="2800" b="false" i="false" u="none" strike="noStrike" spc="0">
                <a:solidFill>
                  <a:srgbClr val="404040">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404040"/>
              </a:buClr>
              <a:buFont typeface="Arial"/>
              <a:buChar char="•"/>
            </a:pPr>
            <a:r>
              <a:rPr lang="en-US" b="false" i="false" strike="noStrike" u="none" sz="2800">
                <a:solidFill>
                  <a:srgbClr val="404040"/>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404040"/>
              </a:buClr>
              <a:buFont typeface="Arial"/>
              <a:buChar char="•"/>
            </a:pPr>
            <a:r>
              <a:rPr lang="en-US" b="false" i="false" strike="noStrike" u="none" sz="2400">
                <a:solidFill>
                  <a:srgbClr val="404040"/>
                </a:solidFill>
                <a:latin typeface="Songti SC"/>
                <a:ea typeface="Songti SC"/>
                <a:cs typeface="Songti SC"/>
                <a:sym typeface="Songti SC"/>
              </a:rPr>
              <a:t>第二级</a:t>
            </a:r>
          </a:p>
          <a:p>
            <a:pPr algn="l" lvl="2" indent="-254000" marL="1168400">
              <a:lnSpc>
                <a:spcPct val="91666"/>
              </a:lnSpc>
              <a:spcBef>
                <a:spcPts val="500"/>
              </a:spcBef>
              <a:buClr>
                <a:srgbClr val="404040"/>
              </a:buClr>
              <a:buFont typeface="Arial"/>
              <a:buChar char="•"/>
            </a:pPr>
            <a:r>
              <a:rPr lang="en-US" b="false" i="false" strike="noStrike" u="none" sz="2000">
                <a:solidFill>
                  <a:srgbClr val="404040"/>
                </a:solidFill>
                <a:latin typeface="Songti SC"/>
                <a:ea typeface="Songti SC"/>
                <a:cs typeface="Songti SC"/>
                <a:sym typeface="Songti SC"/>
              </a:rPr>
              <a:t>第三级</a:t>
            </a:r>
          </a:p>
          <a:p>
            <a:pPr algn="l" lvl="3" indent="-228600" marL="1600200">
              <a:lnSpc>
                <a:spcPct val="91666"/>
              </a:lnSpc>
              <a:spcBef>
                <a:spcPts val="500"/>
              </a:spcBef>
              <a:buClr>
                <a:srgbClr val="404040"/>
              </a:buClr>
              <a:buFont typeface="Arial"/>
              <a:buChar char="•"/>
            </a:pPr>
            <a:r>
              <a:rPr lang="en-US" b="false" i="false" strike="noStrike" u="none" sz="1800">
                <a:solidFill>
                  <a:srgbClr val="404040"/>
                </a:solidFill>
                <a:latin typeface="Songti SC"/>
                <a:ea typeface="Songti SC"/>
                <a:cs typeface="Songti SC"/>
                <a:sym typeface="Songti SC"/>
              </a:rPr>
              <a:t>第四级</a:t>
            </a:r>
          </a:p>
          <a:p>
            <a:pPr algn="l" lvl="4" indent="-228600" marL="2057400">
              <a:lnSpc>
                <a:spcPct val="91666"/>
              </a:lnSpc>
              <a:spcBef>
                <a:spcPts val="500"/>
              </a:spcBef>
              <a:buClr>
                <a:srgbClr val="404040"/>
              </a:buClr>
              <a:buFont typeface="Arial"/>
              <a:buChar char="•"/>
            </a:pPr>
            <a:r>
              <a:rPr lang="en-US" b="false" i="false" strike="noStrike" u="none" sz="1800">
                <a:solidFill>
                  <a:srgbClr val="404040"/>
                </a:solidFill>
                <a:latin typeface="Songti SC"/>
                <a:ea typeface="Songti SC"/>
                <a:cs typeface="Songti SC"/>
                <a:sym typeface="Songti SC"/>
              </a:rPr>
              <a:t>第五级</a:t>
            </a:r>
          </a:p>
        </p:txBody>
      </p:sp>
      <p:sp>
        <p:nvSpPr>
          <p:cNvPr name="AutoShape 4" id="4"/>
          <p:cNvSpPr/>
          <p:nvPr>
            <p:ph idx="13"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5" id="5"/>
          <p:cNvSpPr/>
          <p:nvPr>
            <p:ph idx="14"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6" id="6"/>
          <p:cNvSpPr/>
          <p:nvPr>
            <p:ph idx="15"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节标题">
    <p:spTree>
      <p:nvGrpSpPr>
        <p:cNvPr id="1" name=""/>
        <p:cNvGrpSpPr/>
        <p:nvPr/>
      </p:nvGrpSpPr>
      <p:grpSpPr>
        <a:xfrm>
          <a:off x="0" y="0"/>
          <a:ext cx="0" cy="0"/>
          <a:chOff x="0" y="0"/>
          <a:chExt cx="0" cy="0"/>
        </a:xfrm>
      </p:grpSpPr>
      <p:sp>
        <p:nvSpPr>
          <p:cNvPr name="AutoShape 2" id="2"/>
          <p:cNvSpPr/>
          <p:nvPr>
            <p:ph idx="16" type="body" sz="quarter" hasCustomPrompt="true"/>
          </p:nvPr>
        </p:nvSpPr>
        <p:spPr>
          <a:xfrm rot="0" flipH="false" flipV="false">
            <a:off x="831849" y="469127"/>
            <a:ext cx="10307927" cy="4093347"/>
          </a:xfrm>
          <a:prstGeom prst="rect">
            <a:avLst/>
          </a:prstGeom>
          <a:noFill/>
          <a:ln w="12700">
            <a:noFill/>
            <a:prstDash val="solid"/>
          </a:ln>
        </p:spPr>
        <p:txBody>
          <a:bodyPr anchor="b" wrap="square" lIns="91440" rIns="91440" tIns="45720" bIns="45720">
            <a:normAutofit lnSpcReduction="0"/>
          </a:bodyPr>
          <a:lstStyle>
            <a:lvl1pPr algn="l">
              <a:lnSpc>
                <a:spcPct val="91666"/>
              </a:lnSpc>
              <a:defRPr sz="6000" b="false" i="false" u="none" strike="noStrike" spc="0">
                <a:solidFill>
                  <a:srgbClr val="262626">
                    <a:alpha val="100000"/>
                  </a:srgbClr>
                </a:solidFill>
                <a:latin typeface="Noto Sans SC"/>
              </a:defRPr>
            </a:lvl1pPr>
          </a:lstStyle>
          <a:p>
            <a:pPr algn="l" marL="0" indent="0">
              <a:lnSpc>
                <a:spcPct val="91666"/>
              </a:lnSpc>
            </a:pPr>
            <a:r>
              <a:rPr lang="en-US" b="false" i="false" strike="noStrike" u="none" sz="6000">
                <a:solidFill>
                  <a:srgbClr val="262626"/>
                </a:solidFill>
                <a:latin typeface="Songti SC"/>
                <a:ea typeface="Songti SC"/>
                <a:cs typeface="Songti SC"/>
                <a:sym typeface="Songti SC"/>
              </a:rPr>
              <a:t>单击此处编辑母版标题样式</a:t>
            </a:r>
          </a:p>
        </p:txBody>
      </p:sp>
      <p:sp>
        <p:nvSpPr>
          <p:cNvPr name="AutoShape 3" id="3"/>
          <p:cNvSpPr/>
          <p:nvPr>
            <p:ph idx="17" type="body" sz="quarter" hasCustomPrompt="true"/>
          </p:nvPr>
        </p:nvSpPr>
        <p:spPr>
          <a:xfrm rot="0" flipH="false" flipV="false">
            <a:off x="831850" y="4610028"/>
            <a:ext cx="10307926" cy="647555"/>
          </a:xfrm>
          <a:prstGeom prst="rect">
            <a:avLst/>
          </a:prstGeom>
          <a:noFill/>
          <a:ln w="12700">
            <a:noFill/>
            <a:prstDash val="solid"/>
          </a:ln>
        </p:spPr>
        <p:txBody>
          <a:bodyPr anchor="t" wrap="square" lIns="91440" rIns="91440" tIns="45720" bIns="45720">
            <a:normAutofit lnSpcReduction="0"/>
          </a:bodyPr>
          <a:lstStyle>
            <a:lvl1pPr algn="l">
              <a:lnSpc>
                <a:spcPct val="91666"/>
              </a:lnSpc>
              <a:defRPr sz="2400" b="false" i="false" u="none" strike="noStrike" spc="0">
                <a:solidFill>
                  <a:srgbClr val="595959">
                    <a:alpha val="100000"/>
                  </a:srgbClr>
                </a:solidFill>
                <a:latin typeface="Noto Sans SC"/>
              </a:defRPr>
            </a:lvl1pPr>
          </a:lstStyle>
          <a:p>
            <a:pPr algn="l" marL="0" indent="0">
              <a:lnSpc>
                <a:spcPct val="91666"/>
              </a:lnSpc>
              <a:spcBef>
                <a:spcPts val="1000"/>
              </a:spcBef>
            </a:pPr>
            <a:r>
              <a:rPr lang="en-US" b="false" i="false" strike="noStrike" u="none" sz="2400">
                <a:solidFill>
                  <a:srgbClr val="595959"/>
                </a:solidFill>
                <a:latin typeface="Songti SC"/>
                <a:ea typeface="Songti SC"/>
                <a:cs typeface="Songti SC"/>
                <a:sym typeface="Songti SC"/>
              </a:rPr>
              <a:t>单击此处编辑母版文本样式</a:t>
            </a:r>
          </a:p>
        </p:txBody>
      </p:sp>
      <p:sp>
        <p:nvSpPr>
          <p:cNvPr name="AutoShape 4" id="4"/>
          <p:cNvSpPr/>
          <p:nvPr>
            <p:ph idx="18"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5" id="5"/>
          <p:cNvSpPr/>
          <p:nvPr>
            <p:ph idx="19"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6" id="6"/>
          <p:cNvSpPr/>
          <p:nvPr>
            <p:ph idx="20"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647700" y="258445"/>
            <a:ext cx="10515600" cy="1325563"/>
          </a:xfrm>
          <a:prstGeom prst="rect">
            <a:avLst/>
          </a:prstGeom>
          <a:noFill/>
          <a:ln w="12700">
            <a:noFill/>
            <a:prstDash val="solid"/>
          </a:ln>
        </p:spPr>
        <p:txBody>
          <a:bodyPr anchor="ctr" wrap="square" lIns="91440" rIns="91440" tIns="45720" bIns="45720">
            <a:normAutofit lnSpcReduction="0"/>
          </a:bodyPr>
          <a:lstStyle>
            <a:lvl1pPr algn="l">
              <a:lnSpc>
                <a:spcPct val="91666"/>
              </a:lnSpc>
              <a:defRPr sz="4400" b="false" i="false" u="none" strike="noStrike" spc="0">
                <a:solidFill>
                  <a:srgbClr val="262626">
                    <a:alpha val="100000"/>
                  </a:srgbClr>
                </a:solidFill>
                <a:latin typeface="Noto Sans SC"/>
              </a:defRPr>
            </a:lvl1pPr>
          </a:lstStyle>
          <a:p>
            <a:pPr algn="l" marL="0" indent="0">
              <a:lnSpc>
                <a:spcPct val="91666"/>
              </a:lnSpc>
            </a:pPr>
            <a:r>
              <a:rPr lang="en-US" b="false" i="false" strike="noStrike" u="none" sz="4400">
                <a:solidFill>
                  <a:srgbClr val="262626"/>
                </a:solidFill>
                <a:latin typeface="Songti SC"/>
                <a:ea typeface="Songti SC"/>
                <a:cs typeface="Songti SC"/>
                <a:sym typeface="Songti SC"/>
              </a:rPr>
              <a:t>单击此处编辑母版标题样式</a:t>
            </a:r>
          </a:p>
        </p:txBody>
      </p:sp>
      <p:sp>
        <p:nvSpPr>
          <p:cNvPr name="AutoShape 3" id="3"/>
          <p:cNvSpPr/>
          <p:nvPr>
            <p:ph idx="22" type="body" sz="quarter" hasCustomPrompt="true"/>
          </p:nvPr>
        </p:nvSpPr>
        <p:spPr>
          <a:xfrm rot="0" flipH="false" flipV="false">
            <a:off x="647700" y="1825625"/>
            <a:ext cx="5181600" cy="4351338"/>
          </a:xfrm>
          <a:prstGeom prst="rect">
            <a:avLst/>
          </a:prstGeom>
          <a:noFill/>
          <a:ln w="12700">
            <a:noFill/>
            <a:prstDash val="solid"/>
          </a:ln>
        </p:spPr>
        <p:txBody>
          <a:bodyPr anchor="t"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595959"/>
              </a:buClr>
              <a:buFont typeface="Arial"/>
              <a:buChar char="•"/>
            </a:pPr>
            <a:r>
              <a:rPr lang="en-US" b="false" i="false" strike="noStrike" u="none" sz="2800">
                <a:solidFill>
                  <a:srgbClr val="595959"/>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595959"/>
              </a:buClr>
              <a:buFont typeface="Arial"/>
              <a:buChar char="•"/>
            </a:pPr>
            <a:r>
              <a:rPr lang="en-US" b="false" i="false" strike="noStrike" u="none" sz="2400">
                <a:solidFill>
                  <a:srgbClr val="595959"/>
                </a:solidFill>
                <a:latin typeface="Songti SC"/>
                <a:ea typeface="Songti SC"/>
                <a:cs typeface="Songti SC"/>
                <a:sym typeface="Songti SC"/>
              </a:rPr>
              <a:t>第二级</a:t>
            </a:r>
          </a:p>
          <a:p>
            <a:pPr algn="l" lvl="2" indent="-254000" marL="1168400">
              <a:lnSpc>
                <a:spcPct val="91666"/>
              </a:lnSpc>
              <a:spcBef>
                <a:spcPts val="500"/>
              </a:spcBef>
              <a:buClr>
                <a:srgbClr val="595959"/>
              </a:buClr>
              <a:buFont typeface="Arial"/>
              <a:buChar char="•"/>
            </a:pPr>
            <a:r>
              <a:rPr lang="en-US" b="false" i="false" strike="noStrike" u="none" sz="2000">
                <a:solidFill>
                  <a:srgbClr val="595959"/>
                </a:solidFill>
                <a:latin typeface="Songti SC"/>
                <a:ea typeface="Songti SC"/>
                <a:cs typeface="Songti SC"/>
                <a:sym typeface="Songti SC"/>
              </a:rPr>
              <a:t>第三级</a:t>
            </a:r>
          </a:p>
          <a:p>
            <a:pPr algn="l" lvl="3" indent="-228600" marL="16002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第四级</a:t>
            </a:r>
          </a:p>
          <a:p>
            <a:pPr algn="l" lvl="4" indent="-228600" marL="20574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第五级</a:t>
            </a:r>
          </a:p>
        </p:txBody>
      </p:sp>
      <p:sp>
        <p:nvSpPr>
          <p:cNvPr name="AutoShape 4" id="4"/>
          <p:cNvSpPr/>
          <p:nvPr>
            <p:ph idx="23" type="body" sz="quarter" hasCustomPrompt="true"/>
          </p:nvPr>
        </p:nvSpPr>
        <p:spPr>
          <a:xfrm rot="0" flipH="false" flipV="false">
            <a:off x="5981700" y="1825625"/>
            <a:ext cx="5181600" cy="4351338"/>
          </a:xfrm>
          <a:prstGeom prst="rect">
            <a:avLst/>
          </a:prstGeom>
          <a:noFill/>
          <a:ln w="12700">
            <a:noFill/>
            <a:prstDash val="solid"/>
          </a:ln>
        </p:spPr>
        <p:txBody>
          <a:bodyPr anchor="t"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595959"/>
              </a:buClr>
              <a:buFont typeface="Arial"/>
              <a:buChar char="•"/>
            </a:pPr>
            <a:r>
              <a:rPr lang="en-US" b="false" i="false" strike="noStrike" u="none" sz="2800">
                <a:solidFill>
                  <a:srgbClr val="595959"/>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595959"/>
              </a:buClr>
              <a:buFont typeface="Arial"/>
              <a:buChar char="•"/>
            </a:pPr>
            <a:r>
              <a:rPr lang="en-US" b="false" i="false" strike="noStrike" u="none" sz="2400">
                <a:solidFill>
                  <a:srgbClr val="595959"/>
                </a:solidFill>
                <a:latin typeface="Songti SC"/>
                <a:ea typeface="Songti SC"/>
                <a:cs typeface="Songti SC"/>
                <a:sym typeface="Songti SC"/>
              </a:rPr>
              <a:t>第二级</a:t>
            </a:r>
          </a:p>
          <a:p>
            <a:pPr algn="l" lvl="2" indent="-254000" marL="1168400">
              <a:lnSpc>
                <a:spcPct val="91666"/>
              </a:lnSpc>
              <a:spcBef>
                <a:spcPts val="500"/>
              </a:spcBef>
              <a:buClr>
                <a:srgbClr val="595959"/>
              </a:buClr>
              <a:buFont typeface="Arial"/>
              <a:buChar char="•"/>
            </a:pPr>
            <a:r>
              <a:rPr lang="en-US" b="false" i="false" strike="noStrike" u="none" sz="2000">
                <a:solidFill>
                  <a:srgbClr val="595959"/>
                </a:solidFill>
                <a:latin typeface="Songti SC"/>
                <a:ea typeface="Songti SC"/>
                <a:cs typeface="Songti SC"/>
                <a:sym typeface="Songti SC"/>
              </a:rPr>
              <a:t>第三级</a:t>
            </a:r>
          </a:p>
          <a:p>
            <a:pPr algn="l" lvl="3" indent="-228600" marL="16002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第四级</a:t>
            </a:r>
          </a:p>
          <a:p>
            <a:pPr algn="l" lvl="4" indent="-228600" marL="20574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第五级</a:t>
            </a:r>
          </a:p>
        </p:txBody>
      </p:sp>
      <p:sp>
        <p:nvSpPr>
          <p:cNvPr name="AutoShape 5" id="5"/>
          <p:cNvSpPr/>
          <p:nvPr>
            <p:ph idx="24"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6" id="6"/>
          <p:cNvSpPr/>
          <p:nvPr>
            <p:ph idx="25"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7" id="7"/>
          <p:cNvSpPr/>
          <p:nvPr>
            <p:ph idx="26"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比较">
    <p:spTree>
      <p:nvGrpSpPr>
        <p:cNvPr id="1" name=""/>
        <p:cNvGrpSpPr/>
        <p:nvPr/>
      </p:nvGrpSpPr>
      <p:grpSpPr>
        <a:xfrm>
          <a:off x="0" y="0"/>
          <a:ext cx="0" cy="0"/>
          <a:chOff x="0" y="0"/>
          <a:chExt cx="0" cy="0"/>
        </a:xfrm>
      </p:grpSpPr>
      <p:sp>
        <p:nvSpPr>
          <p:cNvPr name="AutoShape 2" id="2"/>
          <p:cNvSpPr/>
          <p:nvPr>
            <p:ph idx="27" type="body" sz="quarter" hasCustomPrompt="true"/>
          </p:nvPr>
        </p:nvSpPr>
        <p:spPr>
          <a:xfrm rot="0" flipH="false" flipV="false">
            <a:off x="839788" y="365125"/>
            <a:ext cx="10515600" cy="1325563"/>
          </a:xfrm>
          <a:prstGeom prst="rect">
            <a:avLst/>
          </a:prstGeom>
          <a:noFill/>
          <a:ln w="12700">
            <a:noFill/>
            <a:prstDash val="solid"/>
          </a:ln>
        </p:spPr>
        <p:txBody>
          <a:bodyPr anchor="ctr" wrap="square" lIns="91440" rIns="91440" tIns="45720" bIns="45720">
            <a:normAutofit lnSpcReduction="0"/>
          </a:bodyPr>
          <a:lstStyle>
            <a:lvl1pPr algn="l">
              <a:lnSpc>
                <a:spcPct val="91666"/>
              </a:lnSpc>
              <a:defRPr sz="4400" b="false" i="false" u="none" strike="noStrike" spc="0">
                <a:solidFill>
                  <a:srgbClr val="262626">
                    <a:alpha val="100000"/>
                  </a:srgbClr>
                </a:solidFill>
                <a:latin typeface="Noto Sans SC"/>
              </a:defRPr>
            </a:lvl1pPr>
          </a:lstStyle>
          <a:p>
            <a:pPr algn="l" marL="0" indent="0">
              <a:lnSpc>
                <a:spcPct val="91666"/>
              </a:lnSpc>
            </a:pPr>
            <a:r>
              <a:rPr lang="en-US" b="false" i="false" strike="noStrike" u="none" sz="4400">
                <a:solidFill>
                  <a:srgbClr val="262626"/>
                </a:solidFill>
                <a:latin typeface="Songti SC"/>
                <a:ea typeface="Songti SC"/>
                <a:cs typeface="Songti SC"/>
                <a:sym typeface="Songti SC"/>
              </a:rPr>
              <a:t>单击此处编辑母版标题样式</a:t>
            </a:r>
          </a:p>
        </p:txBody>
      </p:sp>
      <p:sp>
        <p:nvSpPr>
          <p:cNvPr name="AutoShape 3" id="3"/>
          <p:cNvSpPr/>
          <p:nvPr>
            <p:ph idx="28" type="body" sz="quarter" hasCustomPrompt="true"/>
          </p:nvPr>
        </p:nvSpPr>
        <p:spPr>
          <a:xfrm rot="0" flipH="false" flipV="false">
            <a:off x="839788" y="1744961"/>
            <a:ext cx="5157787" cy="823912"/>
          </a:xfrm>
          <a:prstGeom prst="rect">
            <a:avLst/>
          </a:prstGeom>
          <a:noFill/>
          <a:ln w="12700">
            <a:noFill/>
            <a:prstDash val="solid"/>
          </a:ln>
        </p:spPr>
        <p:txBody>
          <a:bodyPr anchor="b"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stStyle>
          <a:p>
            <a:pPr algn="l" marL="0" indent="0">
              <a:lnSpc>
                <a:spcPct val="91666"/>
              </a:lnSpc>
              <a:spcBef>
                <a:spcPts val="1000"/>
              </a:spcBef>
            </a:pPr>
            <a:r>
              <a:rPr lang="en-US" b="false" i="false" strike="noStrike" u="none" sz="2800">
                <a:solidFill>
                  <a:srgbClr val="595959"/>
                </a:solidFill>
                <a:latin typeface="Songti SC"/>
                <a:ea typeface="Songti SC"/>
                <a:cs typeface="Songti SC"/>
                <a:sym typeface="Songti SC"/>
              </a:rPr>
              <a:t>单击此处编辑母版文本样式</a:t>
            </a:r>
          </a:p>
        </p:txBody>
      </p:sp>
      <p:sp>
        <p:nvSpPr>
          <p:cNvPr name="AutoShape 4" id="4"/>
          <p:cNvSpPr/>
          <p:nvPr>
            <p:ph idx="29" type="body" sz="quarter" hasCustomPrompt="true"/>
          </p:nvPr>
        </p:nvSpPr>
        <p:spPr>
          <a:xfrm rot="0" flipH="false" flipV="false">
            <a:off x="839788" y="2615609"/>
            <a:ext cx="5157787" cy="3574054"/>
          </a:xfrm>
          <a:prstGeom prst="rect">
            <a:avLst/>
          </a:prstGeom>
          <a:noFill/>
          <a:ln w="12700">
            <a:noFill/>
            <a:prstDash val="solid"/>
          </a:ln>
        </p:spPr>
        <p:txBody>
          <a:bodyPr anchor="t"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595959"/>
              </a:buClr>
              <a:buFont typeface="Arial"/>
              <a:buChar char="•"/>
            </a:pPr>
            <a:r>
              <a:rPr lang="en-US" b="false" i="false" strike="noStrike" u="none" sz="2800">
                <a:solidFill>
                  <a:srgbClr val="595959"/>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595959"/>
              </a:buClr>
              <a:buFont typeface="Arial"/>
              <a:buChar char="•"/>
            </a:pPr>
            <a:r>
              <a:rPr lang="en-US" b="false" i="false" strike="noStrike" u="none" sz="2400">
                <a:solidFill>
                  <a:srgbClr val="595959"/>
                </a:solidFill>
                <a:latin typeface="Songti SC"/>
                <a:ea typeface="Songti SC"/>
                <a:cs typeface="Songti SC"/>
                <a:sym typeface="Songti SC"/>
              </a:rPr>
              <a:t>第二级</a:t>
            </a:r>
          </a:p>
          <a:p>
            <a:pPr algn="l" lvl="2" indent="-254000" marL="1168400">
              <a:lnSpc>
                <a:spcPct val="91666"/>
              </a:lnSpc>
              <a:spcBef>
                <a:spcPts val="500"/>
              </a:spcBef>
              <a:buClr>
                <a:srgbClr val="595959"/>
              </a:buClr>
              <a:buFont typeface="Arial"/>
              <a:buChar char="•"/>
            </a:pPr>
            <a:r>
              <a:rPr lang="en-US" b="false" i="false" strike="noStrike" u="none" sz="2000">
                <a:solidFill>
                  <a:srgbClr val="595959"/>
                </a:solidFill>
                <a:latin typeface="Songti SC"/>
                <a:ea typeface="Songti SC"/>
                <a:cs typeface="Songti SC"/>
                <a:sym typeface="Songti SC"/>
              </a:rPr>
              <a:t>第三级</a:t>
            </a:r>
          </a:p>
          <a:p>
            <a:pPr algn="l" lvl="3" indent="-228600" marL="16002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第四级</a:t>
            </a:r>
          </a:p>
          <a:p>
            <a:pPr algn="l" lvl="4" indent="-228600" marL="20574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第五级</a:t>
            </a:r>
          </a:p>
        </p:txBody>
      </p:sp>
      <p:sp>
        <p:nvSpPr>
          <p:cNvPr name="AutoShape 5" id="5"/>
          <p:cNvSpPr/>
          <p:nvPr>
            <p:ph idx="30" type="body" sz="quarter" hasCustomPrompt="true"/>
          </p:nvPr>
        </p:nvSpPr>
        <p:spPr>
          <a:xfrm rot="0" flipH="false" flipV="false">
            <a:off x="6172200" y="1744961"/>
            <a:ext cx="5183188" cy="823912"/>
          </a:xfrm>
          <a:prstGeom prst="rect">
            <a:avLst/>
          </a:prstGeom>
          <a:noFill/>
          <a:ln w="12700">
            <a:noFill/>
            <a:prstDash val="solid"/>
          </a:ln>
        </p:spPr>
        <p:txBody>
          <a:bodyPr anchor="b"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stStyle>
          <a:p>
            <a:pPr algn="l" marL="0" indent="0">
              <a:lnSpc>
                <a:spcPct val="91666"/>
              </a:lnSpc>
              <a:spcBef>
                <a:spcPts val="1000"/>
              </a:spcBef>
            </a:pPr>
            <a:r>
              <a:rPr lang="en-US" b="false" i="false" strike="noStrike" u="none" sz="2800">
                <a:solidFill>
                  <a:srgbClr val="595959"/>
                </a:solidFill>
                <a:latin typeface="Songti SC"/>
                <a:ea typeface="Songti SC"/>
                <a:cs typeface="Songti SC"/>
                <a:sym typeface="Songti SC"/>
              </a:rPr>
              <a:t>单击此处编辑母版文本样式</a:t>
            </a:r>
          </a:p>
        </p:txBody>
      </p:sp>
      <p:sp>
        <p:nvSpPr>
          <p:cNvPr name="AutoShape 6" id="6"/>
          <p:cNvSpPr/>
          <p:nvPr>
            <p:ph idx="31" type="body" sz="quarter" hasCustomPrompt="true"/>
          </p:nvPr>
        </p:nvSpPr>
        <p:spPr>
          <a:xfrm rot="0" flipH="false" flipV="false">
            <a:off x="6172200" y="2615609"/>
            <a:ext cx="5183188" cy="3574054"/>
          </a:xfrm>
          <a:prstGeom prst="rect">
            <a:avLst/>
          </a:prstGeom>
          <a:noFill/>
          <a:ln w="12700">
            <a:noFill/>
            <a:prstDash val="solid"/>
          </a:ln>
        </p:spPr>
        <p:txBody>
          <a:bodyPr anchor="t"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595959"/>
              </a:buClr>
              <a:buFont typeface="Arial"/>
              <a:buChar char="•"/>
            </a:pPr>
            <a:r>
              <a:rPr lang="en-US" b="false" i="false" strike="noStrike" u="none" sz="2800">
                <a:solidFill>
                  <a:srgbClr val="595959"/>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595959"/>
              </a:buClr>
              <a:buFont typeface="Arial"/>
              <a:buChar char="•"/>
            </a:pPr>
            <a:r>
              <a:rPr lang="en-US" b="false" i="false" strike="noStrike" u="none" sz="2400">
                <a:solidFill>
                  <a:srgbClr val="595959"/>
                </a:solidFill>
                <a:latin typeface="Songti SC"/>
                <a:ea typeface="Songti SC"/>
                <a:cs typeface="Songti SC"/>
                <a:sym typeface="Songti SC"/>
              </a:rPr>
              <a:t>第二级</a:t>
            </a:r>
          </a:p>
          <a:p>
            <a:pPr algn="l" lvl="2" indent="-254000" marL="1168400">
              <a:lnSpc>
                <a:spcPct val="91666"/>
              </a:lnSpc>
              <a:spcBef>
                <a:spcPts val="500"/>
              </a:spcBef>
              <a:buClr>
                <a:srgbClr val="595959"/>
              </a:buClr>
              <a:buFont typeface="Arial"/>
              <a:buChar char="•"/>
            </a:pPr>
            <a:r>
              <a:rPr lang="en-US" b="false" i="false" strike="noStrike" u="none" sz="2000">
                <a:solidFill>
                  <a:srgbClr val="595959"/>
                </a:solidFill>
                <a:latin typeface="Songti SC"/>
                <a:ea typeface="Songti SC"/>
                <a:cs typeface="Songti SC"/>
                <a:sym typeface="Songti SC"/>
              </a:rPr>
              <a:t>第三级</a:t>
            </a:r>
          </a:p>
          <a:p>
            <a:pPr algn="l" lvl="3" indent="-228600" marL="16002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第四级</a:t>
            </a:r>
          </a:p>
          <a:p>
            <a:pPr algn="l" lvl="4" indent="-228600" marL="20574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第五级</a:t>
            </a:r>
          </a:p>
        </p:txBody>
      </p:sp>
      <p:sp>
        <p:nvSpPr>
          <p:cNvPr name="AutoShape 7" id="7"/>
          <p:cNvSpPr/>
          <p:nvPr>
            <p:ph idx="32"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8" id="8"/>
          <p:cNvSpPr/>
          <p:nvPr>
            <p:ph idx="33"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9" id="9"/>
          <p:cNvSpPr/>
          <p:nvPr>
            <p:ph idx="34"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仅标题">
    <p:spTree>
      <p:nvGrpSpPr>
        <p:cNvPr id="1" name=""/>
        <p:cNvGrpSpPr/>
        <p:nvPr/>
      </p:nvGrpSpPr>
      <p:grpSpPr>
        <a:xfrm>
          <a:off x="0" y="0"/>
          <a:ext cx="0" cy="0"/>
          <a:chOff x="0" y="0"/>
          <a:chExt cx="0" cy="0"/>
        </a:xfrm>
      </p:grpSpPr>
      <p:sp>
        <p:nvSpPr>
          <p:cNvPr name="AutoShape 2" id="2"/>
          <p:cNvSpPr/>
          <p:nvPr>
            <p:ph idx="35" type="body" sz="quarter" hasCustomPrompt="true"/>
          </p:nvPr>
        </p:nvSpPr>
        <p:spPr>
          <a:xfrm rot="0" flipH="false" flipV="false">
            <a:off x="838200" y="2766219"/>
            <a:ext cx="10515600" cy="1325563"/>
          </a:xfrm>
          <a:prstGeom prst="rect">
            <a:avLst/>
          </a:prstGeom>
          <a:noFill/>
          <a:ln w="12700">
            <a:noFill/>
            <a:prstDash val="solid"/>
          </a:ln>
        </p:spPr>
        <p:txBody>
          <a:bodyPr anchor="ctr" wrap="square" lIns="91440" rIns="91440" tIns="45720" bIns="45720">
            <a:normAutofit lnSpcReduction="0"/>
          </a:bodyPr>
          <a:lstStyle>
            <a:lvl1pPr algn="ctr">
              <a:lnSpc>
                <a:spcPct val="91666"/>
              </a:lnSpc>
              <a:defRPr sz="4400" b="false" i="false" u="none" strike="noStrike" spc="0">
                <a:solidFill>
                  <a:srgbClr val="262626">
                    <a:alpha val="100000"/>
                  </a:srgbClr>
                </a:solidFill>
                <a:latin typeface="Noto Sans SC"/>
              </a:defRPr>
            </a:lvl1pPr>
          </a:lstStyle>
          <a:p>
            <a:pPr algn="ctr" marL="0" indent="0">
              <a:lnSpc>
                <a:spcPct val="91666"/>
              </a:lnSpc>
            </a:pPr>
            <a:r>
              <a:rPr lang="en-US" b="false" i="false" strike="noStrike" u="none" sz="4400">
                <a:solidFill>
                  <a:srgbClr val="262626"/>
                </a:solidFill>
                <a:latin typeface="Songti SC"/>
                <a:ea typeface="Songti SC"/>
                <a:cs typeface="Songti SC"/>
                <a:sym typeface="Songti SC"/>
              </a:rPr>
              <a:t>单击此处编辑母版标题样式</a:t>
            </a:r>
          </a:p>
        </p:txBody>
      </p:sp>
      <p:sp>
        <p:nvSpPr>
          <p:cNvPr name="AutoShape 3" id="3"/>
          <p:cNvSpPr/>
          <p:nvPr>
            <p:ph idx="36"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4" id="4"/>
          <p:cNvSpPr/>
          <p:nvPr>
            <p:ph idx="37"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5" id="5"/>
          <p:cNvSpPr/>
          <p:nvPr>
            <p:ph idx="38"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空白">
    <p:spTree>
      <p:nvGrpSpPr>
        <p:cNvPr id="1" name=""/>
        <p:cNvGrpSpPr/>
        <p:nvPr/>
      </p:nvGrpSpPr>
      <p:grpSpPr>
        <a:xfrm>
          <a:off x="0" y="0"/>
          <a:ext cx="0" cy="0"/>
          <a:chOff x="0" y="0"/>
          <a:chExt cx="0" cy="0"/>
        </a:xfrm>
      </p:grpSpPr>
      <p:sp>
        <p:nvSpPr>
          <p:cNvPr name="AutoShape 2" id="2"/>
          <p:cNvSpPr/>
          <p:nvPr>
            <p:ph idx="39"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3" id="3"/>
          <p:cNvSpPr/>
          <p:nvPr>
            <p:ph idx="40"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4" id="4"/>
          <p:cNvSpPr/>
          <p:nvPr>
            <p:ph idx="41"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图片与标题">
    <p:spTree>
      <p:nvGrpSpPr>
        <p:cNvPr id="1" name=""/>
        <p:cNvGrpSpPr/>
        <p:nvPr/>
      </p:nvGrpSpPr>
      <p:grpSpPr>
        <a:xfrm>
          <a:off x="0" y="0"/>
          <a:ext cx="0" cy="0"/>
          <a:chOff x="0" y="0"/>
          <a:chExt cx="0" cy="0"/>
        </a:xfrm>
      </p:grpSpPr>
      <p:sp>
        <p:nvSpPr>
          <p:cNvPr name="AutoShape 2" id="2"/>
          <p:cNvSpPr/>
          <p:nvPr>
            <p:ph idx="42" type="body" sz="quarter" hasCustomPrompt="true"/>
          </p:nvPr>
        </p:nvSpPr>
        <p:spPr>
          <a:xfrm rot="0" flipH="false" flipV="false">
            <a:off x="646747" y="127000"/>
            <a:ext cx="4165200" cy="1600200"/>
          </a:xfrm>
          <a:prstGeom prst="rect">
            <a:avLst/>
          </a:prstGeom>
          <a:noFill/>
          <a:ln w="12700">
            <a:noFill/>
            <a:prstDash val="solid"/>
          </a:ln>
        </p:spPr>
        <p:txBody>
          <a:bodyPr anchor="ctr" wrap="square" lIns="91440" rIns="91440" tIns="45720" bIns="45720">
            <a:normAutofit lnSpcReduction="0"/>
          </a:bodyPr>
          <a:lstStyle>
            <a:lvl1pPr algn="l">
              <a:lnSpc>
                <a:spcPct val="91666"/>
              </a:lnSpc>
              <a:defRPr sz="3200" b="false" i="false" u="none" strike="noStrike" spc="0">
                <a:solidFill>
                  <a:srgbClr val="262626">
                    <a:alpha val="100000"/>
                  </a:srgbClr>
                </a:solidFill>
                <a:latin typeface="Noto Sans SC"/>
              </a:defRPr>
            </a:lvl1pPr>
          </a:lstStyle>
          <a:p>
            <a:pPr algn="l" marL="0" indent="0">
              <a:lnSpc>
                <a:spcPct val="91666"/>
              </a:lnSpc>
            </a:pPr>
            <a:r>
              <a:rPr lang="en-US" b="false" i="false" strike="noStrike" u="none" sz="3200">
                <a:solidFill>
                  <a:srgbClr val="262626"/>
                </a:solidFill>
                <a:latin typeface="Songti SC"/>
                <a:ea typeface="Songti SC"/>
                <a:cs typeface="Songti SC"/>
                <a:sym typeface="Songti SC"/>
              </a:rPr>
              <a:t>单击此处编辑标题</a:t>
            </a:r>
          </a:p>
        </p:txBody>
      </p:sp>
      <p:sp>
        <p:nvSpPr>
          <p:cNvPr name="AutoShape 3" id="3"/>
          <p:cNvSpPr/>
          <p:nvPr>
            <p:ph idx="43" type="pic" sz="quarter"/>
          </p:nvPr>
        </p:nvSpPr>
        <p:spPr>
          <a:xfrm rot="0" flipH="false" flipV="false">
            <a:off x="5184000" y="766354"/>
            <a:ext cx="5817375" cy="5094446"/>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4" id="4"/>
          <p:cNvSpPr/>
          <p:nvPr>
            <p:ph idx="44" type="body" sz="quarter" hasCustomPrompt="true"/>
          </p:nvPr>
        </p:nvSpPr>
        <p:spPr>
          <a:xfrm rot="0" flipH="false" flipV="false">
            <a:off x="651827" y="2057400"/>
            <a:ext cx="4165200" cy="3811588"/>
          </a:xfrm>
          <a:prstGeom prst="rect">
            <a:avLst/>
          </a:prstGeom>
          <a:noFill/>
          <a:ln w="12700">
            <a:noFill/>
            <a:prstDash val="solid"/>
          </a:ln>
        </p:spPr>
        <p:txBody>
          <a:bodyPr anchor="t" wrap="square" lIns="91440" rIns="91440" tIns="45720" bIns="45720">
            <a:normAutofit lnSpcReduction="0"/>
          </a:bodyPr>
          <a:lstStyle>
            <a:lvl1pPr algn="l">
              <a:lnSpc>
                <a:spcPct val="150000"/>
              </a:lnSpc>
              <a:defRPr sz="2000" b="false" i="false" u="none" strike="noStrike" spc="0">
                <a:solidFill>
                  <a:srgbClr val="595959">
                    <a:alpha val="100000"/>
                  </a:srgbClr>
                </a:solidFill>
                <a:latin typeface="Noto Sans SC"/>
              </a:defRPr>
            </a:lvl1pPr>
          </a:lstStyle>
          <a:p>
            <a:pPr algn="l" marL="0" indent="0">
              <a:lnSpc>
                <a:spcPct val="150000"/>
              </a:lnSpc>
              <a:spcBef>
                <a:spcPts val="1000"/>
              </a:spcBef>
            </a:pPr>
            <a:r>
              <a:rPr lang="en-US" b="false" i="false" strike="noStrike" u="none" sz="2000">
                <a:solidFill>
                  <a:srgbClr val="595959"/>
                </a:solidFill>
                <a:latin typeface="Songti SC"/>
                <a:ea typeface="Songti SC"/>
                <a:cs typeface="Songti SC"/>
                <a:sym typeface="Songti SC"/>
              </a:rPr>
              <a:t>单击此处编辑母版文本样式</a:t>
            </a:r>
          </a:p>
        </p:txBody>
      </p:sp>
      <p:sp>
        <p:nvSpPr>
          <p:cNvPr name="AutoShape 5" id="5"/>
          <p:cNvSpPr/>
          <p:nvPr>
            <p:ph idx="45"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6" id="6"/>
          <p:cNvSpPr/>
          <p:nvPr>
            <p:ph idx="46"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7" id="7"/>
          <p:cNvSpPr/>
          <p:nvPr>
            <p:ph idx="47"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竖排标题与文本">
    <p:spTree>
      <p:nvGrpSpPr>
        <p:cNvPr id="1" name=""/>
        <p:cNvGrpSpPr/>
        <p:nvPr/>
      </p:nvGrpSpPr>
      <p:grpSpPr>
        <a:xfrm>
          <a:off x="0" y="0"/>
          <a:ext cx="0" cy="0"/>
          <a:chOff x="0" y="0"/>
          <a:chExt cx="0" cy="0"/>
        </a:xfrm>
      </p:grpSpPr>
      <p:sp>
        <p:nvSpPr>
          <p:cNvPr name="AutoShape 2" id="2"/>
          <p:cNvSpPr/>
          <p:nvPr>
            <p:ph idx="48" type="body" sz="quarter" hasCustomPrompt="true"/>
          </p:nvPr>
        </p:nvSpPr>
        <p:spPr>
          <a:xfrm rot="0" flipH="false" flipV="false">
            <a:off x="9824484" y="365125"/>
            <a:ext cx="1529316" cy="5811838"/>
          </a:xfrm>
          <a:prstGeom prst="rect">
            <a:avLst/>
          </a:prstGeom>
          <a:noFill/>
          <a:ln w="12700">
            <a:noFill/>
            <a:prstDash val="solid"/>
          </a:ln>
        </p:spPr>
        <p:txBody>
          <a:bodyPr anchor="ctr" vert="eaVert" wrap="square" lIns="91440" rIns="91440" tIns="45720" bIns="45720">
            <a:normAutofit lnSpcReduction="0"/>
          </a:bodyPr>
          <a:lstStyle>
            <a:lvl1pPr algn="l">
              <a:lnSpc>
                <a:spcPct val="91666"/>
              </a:lnSpc>
              <a:defRPr sz="4400" b="false" i="false" u="none" strike="noStrike" spc="0">
                <a:solidFill>
                  <a:srgbClr val="262626">
                    <a:alpha val="100000"/>
                  </a:srgbClr>
                </a:solidFill>
                <a:latin typeface="Noto Sans SC"/>
              </a:defRPr>
            </a:lvl1pPr>
          </a:lstStyle>
          <a:p>
            <a:pPr algn="l" marL="0" indent="0">
              <a:lnSpc>
                <a:spcPct val="91666"/>
              </a:lnSpc>
            </a:pPr>
            <a:r>
              <a:rPr lang="en-US" b="false" i="false" strike="noStrike" u="none" sz="4400">
                <a:solidFill>
                  <a:srgbClr val="262626"/>
                </a:solidFill>
                <a:latin typeface="Songti SC"/>
                <a:ea typeface="Songti SC"/>
                <a:cs typeface="Songti SC"/>
                <a:sym typeface="Songti SC"/>
              </a:rPr>
              <a:t>单击此处编辑母版标题样式</a:t>
            </a:r>
          </a:p>
        </p:txBody>
      </p:sp>
      <p:sp>
        <p:nvSpPr>
          <p:cNvPr name="AutoShape 3" id="3"/>
          <p:cNvSpPr/>
          <p:nvPr>
            <p:ph idx="49" type="body" sz="quarter" hasCustomPrompt="true"/>
          </p:nvPr>
        </p:nvSpPr>
        <p:spPr>
          <a:xfrm rot="0" flipH="false" flipV="false">
            <a:off x="838200" y="365125"/>
            <a:ext cx="8879958" cy="5811838"/>
          </a:xfrm>
          <a:prstGeom prst="rect">
            <a:avLst/>
          </a:prstGeom>
          <a:noFill/>
          <a:ln w="12700">
            <a:noFill/>
            <a:prstDash val="solid"/>
          </a:ln>
        </p:spPr>
        <p:txBody>
          <a:bodyPr anchor="t" vert="eaVert" wrap="square" lIns="91440" rIns="91440" tIns="45720" bIns="45720">
            <a:normAutofit lnSpcReduction="0"/>
          </a:bodyPr>
          <a:lstStyle>
            <a:lvl1pPr algn="l">
              <a:lnSpc>
                <a:spcPct val="91666"/>
              </a:lnSpc>
              <a:defRPr sz="2800" b="false" i="false" u="none" strike="noStrike" spc="0">
                <a:solidFill>
                  <a:srgbClr val="595959">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595959"/>
              </a:buClr>
              <a:buFont typeface="Arial"/>
              <a:buChar char="•"/>
            </a:pPr>
            <a:r>
              <a:rPr lang="en-US" b="false" i="false" strike="noStrike" u="none" sz="2800">
                <a:solidFill>
                  <a:srgbClr val="595959"/>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595959"/>
              </a:buClr>
              <a:buFont typeface="Arial"/>
              <a:buChar char="•"/>
            </a:pPr>
            <a:r>
              <a:rPr lang="en-US" b="false" i="false" strike="noStrike" u="none" sz="2400">
                <a:solidFill>
                  <a:srgbClr val="595959"/>
                </a:solidFill>
                <a:latin typeface="Songti SC"/>
                <a:ea typeface="Songti SC"/>
                <a:cs typeface="Songti SC"/>
                <a:sym typeface="Songti SC"/>
              </a:rPr>
              <a:t>第二级</a:t>
            </a:r>
          </a:p>
          <a:p>
            <a:pPr algn="l" lvl="2" indent="-254000" marL="1168400">
              <a:lnSpc>
                <a:spcPct val="91666"/>
              </a:lnSpc>
              <a:spcBef>
                <a:spcPts val="500"/>
              </a:spcBef>
              <a:buClr>
                <a:srgbClr val="595959"/>
              </a:buClr>
              <a:buFont typeface="Arial"/>
              <a:buChar char="•"/>
            </a:pPr>
            <a:r>
              <a:rPr lang="en-US" b="false" i="false" strike="noStrike" u="none" sz="2000">
                <a:solidFill>
                  <a:srgbClr val="595959"/>
                </a:solidFill>
                <a:latin typeface="Songti SC"/>
                <a:ea typeface="Songti SC"/>
                <a:cs typeface="Songti SC"/>
                <a:sym typeface="Songti SC"/>
              </a:rPr>
              <a:t>第三级</a:t>
            </a:r>
          </a:p>
          <a:p>
            <a:pPr algn="l" lvl="3" indent="-228600" marL="16002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第四级</a:t>
            </a:r>
          </a:p>
          <a:p>
            <a:pPr algn="l" lvl="4" indent="-228600" marL="20574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第五级</a:t>
            </a:r>
          </a:p>
        </p:txBody>
      </p:sp>
      <p:sp>
        <p:nvSpPr>
          <p:cNvPr name="AutoShape 4" id="4"/>
          <p:cNvSpPr/>
          <p:nvPr>
            <p:ph idx="50"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5" id="5"/>
          <p:cNvSpPr/>
          <p:nvPr>
            <p:ph idx="51"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6" id="6"/>
          <p:cNvSpPr/>
          <p:nvPr>
            <p:ph idx="52"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内容">
    <p:spTree>
      <p:nvGrpSpPr>
        <p:cNvPr id="1" name=""/>
        <p:cNvGrpSpPr/>
        <p:nvPr/>
      </p:nvGrpSpPr>
      <p:grpSpPr>
        <a:xfrm>
          <a:off x="0" y="0"/>
          <a:ext cx="0" cy="0"/>
          <a:chOff x="0" y="0"/>
          <a:chExt cx="0" cy="0"/>
        </a:xfrm>
      </p:grpSpPr>
      <p:sp>
        <p:nvSpPr>
          <p:cNvPr name="AutoShape 2" id="2"/>
          <p:cNvSpPr/>
          <p:nvPr>
            <p:ph idx="53" type="body" sz="quarter"/>
          </p:nvPr>
        </p:nvSpPr>
        <p:spPr>
          <a:xfrm rot="0" flipH="false" flipV="false">
            <a:off x="838200" y="6356350"/>
            <a:ext cx="2743200" cy="365125"/>
          </a:xfrm>
          <a:prstGeom prst="rect">
            <a:avLst/>
          </a:prstGeom>
          <a:noFill/>
          <a:ln w="12700">
            <a:noFill/>
            <a:prstDash val="solid"/>
          </a:ln>
        </p:spPr>
        <p:txBody>
          <a:bodyPr anchor="ctr" wrap="square" lIns="91440" rIns="91440" tIns="45720" bIns="45720">
            <a:normAutofit lnSpcReduction="0"/>
          </a:bodyPr>
          <a:lstStyle>
            <a:lvl1pPr algn="l">
              <a:lnSpc>
                <a:spcPct val="100000"/>
              </a:lnSpc>
              <a:defRPr sz="1200" b="false" i="false" u="none" strike="noStrike" spc="0">
                <a:solidFill>
                  <a:srgbClr val="898989">
                    <a:alpha val="100000"/>
                  </a:srgbClr>
                </a:solidFill>
                <a:latin typeface="Calibri"/>
              </a:defRPr>
            </a:lvl1pPr>
          </a:lstStyle>
          <a:p>
            <a:pPr algn="l"/>
            <a:endParaRPr/>
          </a:p>
        </p:txBody>
      </p:sp>
      <p:sp>
        <p:nvSpPr>
          <p:cNvPr name="AutoShape 3" id="3"/>
          <p:cNvSpPr/>
          <p:nvPr>
            <p:ph idx="54" type="body" sz="quarter" hasCustomPrompt="true"/>
          </p:nvPr>
        </p:nvSpPr>
        <p:spPr>
          <a:xfrm rot="0" flipH="false" flipV="false">
            <a:off x="4038600" y="6356350"/>
            <a:ext cx="4114800" cy="365125"/>
          </a:xfrm>
          <a:prstGeom prst="rect">
            <a:avLst/>
          </a:prstGeom>
          <a:noFill/>
          <a:ln w="12700">
            <a:noFill/>
            <a:prstDash val="solid"/>
          </a:ln>
        </p:spPr>
        <p:txBody>
          <a:bodyPr anchor="ctr" vert="horz" wrap="square" lIns="91440" rIns="91440" tIns="45720" bIns="45720">
            <a:normAutofit lnSpcReduction="0"/>
          </a:bodyPr>
          <a:lstStyle>
            <a:lvl1pPr algn="ctr">
              <a:lnSpc>
                <a:spcPct val="100000"/>
              </a:lnSpc>
              <a:defRPr sz="1200" b="false" i="false" u="none" strike="noStrike" spc="0">
                <a:solidFill>
                  <a:srgbClr val="1F2329">
                    <a:alpha val="100000"/>
                  </a:srgbClr>
                </a:solidFill>
                <a:latin typeface="Noto Sans SC"/>
              </a:defRPr>
            </a:lvl1pPr>
          </a:lstStyle>
          <a:p>
            <a:pPr algn="ctr" marL="0" indent="0">
              <a:lnSpc>
                <a:spcPct val="100000"/>
              </a:lnSpc>
            </a:pPr>
            <a:r>
              <a:rPr lang="en-US" b="false" i="false" strike="noStrike" u="none" sz="1200">
                <a:solidFill>
                  <a:srgbClr val="898989"/>
                </a:solidFill>
                <a:latin typeface="Calibri"/>
                <a:ea typeface="Calibri"/>
                <a:cs typeface="Calibri"/>
                <a:sym typeface="Calibri"/>
              </a:rPr>
              <a:t>页脚</a:t>
            </a:r>
          </a:p>
        </p:txBody>
      </p:sp>
      <p:sp>
        <p:nvSpPr>
          <p:cNvPr name="AutoShape 4" id="4"/>
          <p:cNvSpPr/>
          <p:nvPr>
            <p:ph idx="55" type="body" sz="quarter"/>
          </p:nvPr>
        </p:nvSpPr>
        <p:spPr>
          <a:xfrm rot="0" flipH="false" flipV="false">
            <a:off x="8610600" y="6356350"/>
            <a:ext cx="2743200" cy="365125"/>
          </a:xfrm>
          <a:prstGeom prst="rect">
            <a:avLst/>
          </a:prstGeom>
          <a:noFill/>
          <a:ln w="12700">
            <a:noFill/>
            <a:prstDash val="solid"/>
          </a:ln>
        </p:spPr>
        <p:txBody>
          <a:bodyPr anchor="ctr" wrap="square" lIns="91440" rIns="91440" tIns="45720" bIns="45720">
            <a:normAutofit lnSpcReduction="0"/>
          </a:bodyPr>
          <a:lstStyle>
            <a:lvl1pPr algn="r">
              <a:lnSpc>
                <a:spcPct val="100000"/>
              </a:lnSpc>
              <a:defRPr sz="1200" b="false" i="false" u="none" strike="noStrike" spc="0">
                <a:solidFill>
                  <a:srgbClr val="898989">
                    <a:alpha val="100000"/>
                  </a:srgbClr>
                </a:solidFill>
                <a:latin typeface="Calibri"/>
              </a:defRPr>
            </a:lvl1pPr>
          </a:lstStyle>
          <a:p>
            <a:pPr algn="r"/>
            <a:endParaRPr/>
          </a:p>
        </p:txBody>
      </p:sp>
      <p:sp>
        <p:nvSpPr>
          <p:cNvPr name="AutoShape 5" id="5"/>
          <p:cNvSpPr/>
          <p:nvPr>
            <p:ph idx="56" type="body" sz="quarter" hasCustomPrompt="true"/>
          </p:nvPr>
        </p:nvSpPr>
        <p:spPr>
          <a:xfrm rot="0" flipH="false" flipV="false">
            <a:off x="838200" y="551543"/>
            <a:ext cx="10515600" cy="5558971"/>
          </a:xfrm>
          <a:prstGeom prst="rect">
            <a:avLst/>
          </a:prstGeom>
          <a:noFill/>
          <a:ln w="12700">
            <a:noFill/>
            <a:prstDash val="solid"/>
          </a:ln>
        </p:spPr>
        <p:txBody>
          <a:bodyPr anchor="t" wrap="square" lIns="91440" rIns="91440" tIns="45720" bIns="45720">
            <a:noAutofit/>
          </a:bodyPr>
          <a:lstStyle>
            <a:lvl1pPr algn="l">
              <a:lnSpc>
                <a:spcPct val="91666"/>
              </a:lnSpc>
              <a:defRPr sz="2800" b="false" i="false" u="none" strike="noStrike" spc="0">
                <a:solidFill>
                  <a:srgbClr val="595959">
                    <a:alpha val="100000"/>
                  </a:srgbClr>
                </a:solidFill>
                <a:latin typeface="Noto Sans SC"/>
              </a:defRPr>
            </a:lvl1pPr>
            <a:lvl2pPr marL="762000" indent="-304800"/>
            <a:lvl3pPr marL="1168400" indent="-254000"/>
            <a:lvl4pPr marL="1600200" indent="-228600"/>
            <a:lvl5pPr marL="2057400" indent="-228600"/>
            <a:lvl6pPr marL="2514600" indent="-228600"/>
            <a:lvl7pPr marL="2971800" indent="-228600"/>
            <a:lvl8pPr marL="3429000" indent="-228600"/>
            <a:lvl9pPr marL="3886200" indent="-228600"/>
          </a:lstStyle>
          <a:p>
            <a:pPr algn="l" indent="-355600" marL="355600">
              <a:lnSpc>
                <a:spcPct val="91666"/>
              </a:lnSpc>
              <a:spcBef>
                <a:spcPts val="1000"/>
              </a:spcBef>
              <a:buClr>
                <a:srgbClr val="595959"/>
              </a:buClr>
              <a:buFont typeface="Arial"/>
              <a:buChar char="•"/>
            </a:pPr>
            <a:r>
              <a:rPr lang="en-US" b="false" i="false" strike="noStrike" u="none" sz="2800">
                <a:solidFill>
                  <a:srgbClr val="595959"/>
                </a:solidFill>
                <a:latin typeface="Songti SC"/>
                <a:ea typeface="Songti SC"/>
                <a:cs typeface="Songti SC"/>
                <a:sym typeface="Songti SC"/>
              </a:rPr>
              <a:t>单击此处编辑母版文本样式</a:t>
            </a:r>
          </a:p>
          <a:p>
            <a:pPr algn="l" lvl="1" indent="-304800" marL="762000">
              <a:lnSpc>
                <a:spcPct val="91666"/>
              </a:lnSpc>
              <a:spcBef>
                <a:spcPts val="500"/>
              </a:spcBef>
              <a:buClr>
                <a:srgbClr val="595959"/>
              </a:buClr>
              <a:buFont typeface="Arial"/>
              <a:buChar char="•"/>
            </a:pPr>
            <a:r>
              <a:rPr lang="en-US" b="false" i="false" strike="noStrike" u="none" sz="2400">
                <a:solidFill>
                  <a:srgbClr val="595959"/>
                </a:solidFill>
                <a:latin typeface="Songti SC"/>
                <a:ea typeface="Songti SC"/>
                <a:cs typeface="Songti SC"/>
                <a:sym typeface="Songti SC"/>
              </a:rPr>
              <a:t>第二级</a:t>
            </a:r>
          </a:p>
          <a:p>
            <a:pPr algn="l" lvl="2" indent="-254000" marL="1168400">
              <a:lnSpc>
                <a:spcPct val="91666"/>
              </a:lnSpc>
              <a:spcBef>
                <a:spcPts val="500"/>
              </a:spcBef>
              <a:buClr>
                <a:srgbClr val="595959"/>
              </a:buClr>
              <a:buFont typeface="Arial"/>
              <a:buChar char="•"/>
            </a:pPr>
            <a:r>
              <a:rPr lang="en-US" b="false" i="false" strike="noStrike" u="none" sz="2000">
                <a:solidFill>
                  <a:srgbClr val="595959"/>
                </a:solidFill>
                <a:latin typeface="Songti SC"/>
                <a:ea typeface="Songti SC"/>
                <a:cs typeface="Songti SC"/>
                <a:sym typeface="Songti SC"/>
              </a:rPr>
              <a:t>第三级</a:t>
            </a:r>
          </a:p>
          <a:p>
            <a:pPr algn="l" lvl="3" indent="-228600" marL="16002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第四级</a:t>
            </a:r>
          </a:p>
          <a:p>
            <a:pPr algn="l" lvl="4" indent="-228600" marL="2057400">
              <a:lnSpc>
                <a:spcPct val="91666"/>
              </a:lnSpc>
              <a:spcBef>
                <a:spcPts val="500"/>
              </a:spcBef>
              <a:buClr>
                <a:srgbClr val="595959"/>
              </a:buClr>
              <a:buFont typeface="Arial"/>
              <a:buChar char="•"/>
            </a:pPr>
            <a:r>
              <a:rPr lang="en-US" b="false" i="false" strike="noStrike" u="none" sz="1800">
                <a:solidFill>
                  <a:srgbClr val="595959"/>
                </a:solidFill>
                <a:latin typeface="Songti SC"/>
                <a:ea typeface="Songti SC"/>
                <a:cs typeface="Songti SC"/>
                <a:sym typeface="Songti SC"/>
              </a:rPr>
              <a:t>第五级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背景">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仅标题">
    <p:bg>
      <p:bgPr>
        <a:blipFill dpi="0" rotWithShape="true">
          <a:blip r:embed="rId2"/>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7" type="body" sz="quarter" hasCustomPrompt="true"/>
          </p:nvPr>
        </p:nvSpPr>
        <p:spPr>
          <a:xfrm rot="0" flipH="false" flipV="false">
            <a:off x="347133" y="1440180"/>
            <a:ext cx="11546840" cy="4927600"/>
          </a:xfrm>
          <a:prstGeom prst="rect">
            <a:avLst/>
          </a:prstGeom>
          <a:noFill/>
          <a:ln w="12700">
            <a:noFill/>
            <a:prstDash val="solid"/>
          </a:ln>
        </p:spPr>
        <p:txBody>
          <a:bodyPr anchor="t" wrap="square" lIns="91440" rIns="91440" tIns="45720" bIns="45720">
            <a:normAutofit lnSpcReduction="0"/>
          </a:bodyPr>
          <a:lstStyle>
            <a:lvl1pPr algn="just">
              <a:lnSpc>
                <a:spcPct val="83333"/>
              </a:lnSpc>
              <a:defRPr sz="2400" b="false" i="false" u="none" strike="noStrike" spc="0">
                <a:solidFill>
                  <a:srgbClr val="595959">
                    <a:alpha val="100000"/>
                  </a:srgbClr>
                </a:solidFill>
                <a:latin typeface="微软雅黑"/>
              </a:defRPr>
            </a:lvl1pPr>
          </a:lstStyle>
          <a:p>
            <a:pPr algn="just" indent="-304800" marL="304800">
              <a:lnSpc>
                <a:spcPct val="83333"/>
              </a:lnSpc>
              <a:buClr>
                <a:srgbClr val="5F2659"/>
              </a:buClr>
              <a:buChar char="w"/>
            </a:pPr>
            <a:r>
              <a:rPr lang="en-US" b="false" i="false" strike="noStrike" u="none" sz="2400">
                <a:solidFill>
                  <a:srgbClr val="595959"/>
                </a:solidFill>
                <a:latin typeface="微软雅黑"/>
                <a:ea typeface="微软雅黑"/>
                <a:cs typeface="微软雅黑"/>
                <a:sym typeface="微软雅黑"/>
              </a:rPr>
              <a:t>单击此处添加文本</a:t>
            </a:r>
          </a:p>
          <a:p>
            <a:pPr algn="just" marL="0" indent="0">
              <a:lnSpc>
                <a:spcPct val="83333"/>
              </a:lnSpc>
            </a:pPr>
            <a:r>
              <a:rPr lang="en-US" b="false" i="false" strike="noStrike" u="none" sz="2400">
                <a:solidFill>
                  <a:srgbClr val="595959"/>
                </a:solidFill>
                <a:latin typeface="微软雅黑"/>
                <a:ea typeface="微软雅黑"/>
                <a:cs typeface="微软雅黑"/>
                <a:sym typeface="微软雅黑"/>
              </a:rPr>
              <a:t/>
            </a:r>
            <a:endParaRPr sz="2400"/>
          </a:p>
          <a:p>
            <a:pPr algn="just" indent="-304800" marL="304800">
              <a:lnSpc>
                <a:spcPct val="83333"/>
              </a:lnSpc>
              <a:buClr>
                <a:srgbClr val="5F2659"/>
              </a:buClr>
              <a:buChar char="w"/>
            </a:pPr>
            <a:r>
              <a:rPr lang="en-US" b="false" i="false" strike="noStrike" u="none" sz="2400">
                <a:solidFill>
                  <a:srgbClr val="595959"/>
                </a:solidFill>
                <a:latin typeface="微软雅黑"/>
                <a:ea typeface="微软雅黑"/>
                <a:cs typeface="微软雅黑"/>
                <a:sym typeface="微软雅黑"/>
              </a:rPr>
              <a:t>单击此处添加文本</a:t>
            </a:r>
          </a:p>
        </p:txBody>
      </p:sp>
      <p:pic>
        <p:nvPicPr>
          <p:cNvPr name="Picture 3" id="3"/>
          <p:cNvPicPr>
            <a:picLocks noChangeAspect="true"/>
          </p:cNvPicPr>
          <p:nvPr/>
        </p:nvPicPr>
        <p:blipFill>
          <a:blip r:embed="rId3"/>
          <a:srcRect l="0" r="0" t="0" b="0"/>
          <a:stretch>
            <a:fillRect/>
          </a:stretch>
        </p:blipFill>
        <p:spPr>
          <a:xfrm rot="0" flipH="false" flipV="false">
            <a:off x="6417733" y="5291665"/>
            <a:ext cx="5774267" cy="1397000"/>
          </a:xfrm>
          <a:prstGeom prst="rect">
            <a:avLst/>
          </a:prstGeom>
          <a:ln w="12700">
            <a:noFill/>
            <a:prstDash val="solid"/>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DEFAULT">
    <p:bg>
      <p:bgPr>
        <a:solidFill>
          <a:srgbClr val="FFFFFF">
            <a:alpha val="100000"/>
          </a:srgbClr>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2.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9.xml" Type="http://schemas.openxmlformats.org/officeDocument/2006/relationships/slideLayout"/><Relationship Id="rId11" Target="../slideLayouts/slideLayout20.xml" Type="http://schemas.openxmlformats.org/officeDocument/2006/relationships/slideLayout"/><Relationship Id="rId12" Target="../slideLayouts/slideLayout21.xml" Type="http://schemas.openxmlformats.org/officeDocument/2006/relationships/slideLayout"/><Relationship Id="rId13" Target="../slideLayouts/slideLayout22.xml" Type="http://schemas.openxmlformats.org/officeDocument/2006/relationships/slideLayout"/><Relationship Id="rId14" Target="../slideLayouts/slideLayout23.xml" Type="http://schemas.openxmlformats.org/officeDocument/2006/relationships/slideLayout"/><Relationship Id="rId15" Target="../slideLayouts/slideLayout24.xml" Type="http://schemas.openxmlformats.org/officeDocument/2006/relationships/slideLayout"/><Relationship Id="rId16" Target="../media/image32.png" Type="http://schemas.openxmlformats.org/officeDocument/2006/relationships/image"/><Relationship Id="rId2" Target="../media/image1.png" Type="http://schemas.openxmlformats.org/officeDocument/2006/relationships/image"/><Relationship Id="rId3" Target="../slideLayouts/slideLayout12.xml" Type="http://schemas.openxmlformats.org/officeDocument/2006/relationships/slideLayout"/><Relationship Id="rId4" Target="../slideLayouts/slideLayout13.xml" Type="http://schemas.openxmlformats.org/officeDocument/2006/relationships/slideLayout"/><Relationship Id="rId5" Target="../slideLayouts/slideLayout14.xml" Type="http://schemas.openxmlformats.org/officeDocument/2006/relationships/slideLayout"/><Relationship Id="rId6" Target="../slideLayouts/slideLayout15.xml" Type="http://schemas.openxmlformats.org/officeDocument/2006/relationships/slideLayout"/><Relationship Id="rId7" Target="../slideLayouts/slideLayout16.xml" Type="http://schemas.openxmlformats.org/officeDocument/2006/relationships/slideLayout"/><Relationship Id="rId8" Target="../slideLayouts/slideLayout17.xml" Type="http://schemas.openxmlformats.org/officeDocument/2006/relationships/slideLayout"/><Relationship Id="rId9" Target="../slideLayouts/slideLayout18.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Office 主题​​">
    <p:bg>
      <p:bgPr>
        <a:blipFill dpi="0" rotWithShape="true">
          <a:blip r:embed="rId2"/>
          <a:srcRect/>
          <a:stretch>
            <a:fillRect l="0" r="0" t="0" b="0"/>
          </a:stretch>
        </a:blipFill>
        <a:effectLst/>
      </p:bgPr>
    </p:bg>
    <p:spTree>
      <p:nvGrpSpPr>
        <p:cNvPr id="5" name="Shape 5"/>
        <p:cNvGrpSpPr/>
        <p:nvPr/>
      </p:nvGrpSpPr>
      <p:grpSpPr>
        <a:xfrm>
          <a:off x="0" y="0"/>
          <a:ext cx="0" cy="0"/>
          <a:chOff x="0" y="0"/>
          <a:chExt cx="0" cy="0"/>
        </a:xfrm>
      </p:grpSpPr>
      <p:pic>
        <p:nvPicPr>
          <p:cNvPr name="Picture 1" id="1"/>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3"/>
    <p:sldLayoutId id="2157483700" r:id="rId4"/>
    <p:sldLayoutId id="2157483701" r:id="rId5"/>
    <p:sldLayoutId id="2157483702" r:id="rId6"/>
    <p:sldLayoutId id="2157483703" r:id="rId7"/>
    <p:sldLayoutId id="2157483704" r:id="rId8"/>
    <p:sldLayoutId id="2157483705" r:id="rId9"/>
    <p:sldLayoutId id="2157483706" r:id="rId10"/>
    <p:sldLayoutId id="2157483707" r:id="rId11"/>
    <p:sldLayoutId id="2157483708" r:id="rId12"/>
    <p:sldLayoutId id="2157483709" r:id="rId13"/>
    <p:sldLayoutId id="2157483710" r:id="rId14"/>
    <p:sldLayoutId id="2157483711"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media/image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5.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24.xml" Type="http://schemas.openxmlformats.org/officeDocument/2006/relationships/slideLayout"/><Relationship Id="rId2" Target="../media/image16.png" Type="http://schemas.openxmlformats.org/officeDocument/2006/relationships/image"/><Relationship Id="rId3" Target="../media/image17.png" Type="http://schemas.openxmlformats.org/officeDocument/2006/relationships/image"/><Relationship Id="rId4" Target="../notesSlides/notesSlide1.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8.jpeg" Type="http://schemas.openxmlformats.org/officeDocument/2006/relationships/image"/><Relationship Id="rId3" Target="../media/image19.jpeg" Type="http://schemas.openxmlformats.org/officeDocument/2006/relationships/image"/><Relationship Id="rId4" Target="../media/image20.jpeg" Type="http://schemas.openxmlformats.org/officeDocument/2006/relationships/image"/><Relationship Id="rId5"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17.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3.jpeg" Type="http://schemas.openxmlformats.org/officeDocument/2006/relationships/image"/><Relationship Id="rId3" Target="../media/image9.png" Type="http://schemas.openxmlformats.org/officeDocument/2006/relationships/image"/><Relationship Id="rId4" Target="../media/image10.png" Type="http://schemas.openxmlformats.org/officeDocument/2006/relationships/image"/><Relationship Id="rId5" Target="../media/image1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4.png" Type="http://schemas.openxmlformats.org/officeDocument/2006/relationships/image"/><Relationship Id="rId3" Target="../media/image1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25.png" Type="http://schemas.openxmlformats.org/officeDocument/2006/relationships/image"/><Relationship Id="rId3" Target="../media/image26.png" Type="http://schemas.openxmlformats.org/officeDocument/2006/relationships/image"/><Relationship Id="rId4" Target="../media/image27.pn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 Id="rId7" Target="../media/image1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0.png" Type="http://schemas.openxmlformats.org/officeDocument/2006/relationships/image"/><Relationship Id="rId3" Target="../media/image1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7.png" Type="http://schemas.openxmlformats.org/officeDocument/2006/relationships/image"/><Relationship Id="rId3" Target="../media/image8.png" Type="http://schemas.openxmlformats.org/officeDocument/2006/relationships/image"/><Relationship Id="rId4" Target="../media/image4.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616268" y="1791970"/>
            <a:ext cx="11917045" cy="1037590"/>
          </a:xfrm>
          <a:prstGeom prst="rect">
            <a:avLst/>
          </a:prstGeom>
          <a:noFill/>
          <a:ln w="12700">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6000">
                <a:solidFill>
                  <a:srgbClr val="FFFFFF"/>
                </a:solidFill>
                <a:latin typeface="Microsoft YaHei Bold"/>
                <a:ea typeface="Microsoft YaHei Bold"/>
                <a:cs typeface="Microsoft YaHei Bold"/>
                <a:sym typeface="Microsoft YaHei Bold"/>
              </a:rPr>
              <a:t>超级AI医院运营方案</a:t>
            </a:r>
            <a:endParaRPr lang="en-US" sz="1100"/>
          </a:p>
        </p:txBody>
      </p:sp>
      <p:sp>
        <p:nvSpPr>
          <p:cNvPr name="AutoShape 3" id="3"/>
          <p:cNvSpPr/>
          <p:nvPr/>
        </p:nvSpPr>
        <p:spPr>
          <a:xfrm rot="0" flipH="false" flipV="false">
            <a:off x="616268" y="2646680"/>
            <a:ext cx="7061835" cy="1037590"/>
          </a:xfrm>
          <a:prstGeom prst="rect">
            <a:avLst/>
          </a:prstGeom>
          <a:noFill/>
          <a:ln w="12700">
            <a:noFill/>
            <a:prstDash val="solid"/>
          </a:ln>
        </p:spPr>
        <p:txBody>
          <a:bodyPr anchor="ctr" rtlCol="false" wrap="square" lIns="91440" rIns="91440" tIns="45720" bIns="45720">
            <a:noAutofit/>
          </a:bodyPr>
          <a:lstStyle/>
          <a:p>
            <a:pPr algn="dist" marL="0" indent="0">
              <a:lnSpc>
                <a:spcPct val="100000"/>
              </a:lnSpc>
              <a:defRPr/>
            </a:pPr>
            <a:r>
              <a:rPr lang="en-US" b="false" i="false" strike="noStrike" u="none" sz="1800">
                <a:solidFill>
                  <a:srgbClr val="FFFFFF"/>
                </a:solidFill>
                <a:latin typeface="Microsoft YaHei"/>
                <a:ea typeface="Microsoft YaHei"/>
                <a:cs typeface="Microsoft YaHei"/>
                <a:sym typeface="Microsoft YaHei"/>
              </a:rPr>
              <a:t>SUPRA AI HOSPITAL</a:t>
            </a:r>
            <a:endParaRPr lang="en-US" sz="1100"/>
          </a:p>
        </p:txBody>
      </p:sp>
      <p:sp>
        <p:nvSpPr>
          <p:cNvPr name="AutoShape 4" id="4"/>
          <p:cNvSpPr/>
          <p:nvPr/>
        </p:nvSpPr>
        <p:spPr>
          <a:xfrm rot="0" flipH="false" flipV="false">
            <a:off x="694690" y="5466080"/>
            <a:ext cx="3406775" cy="82994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400">
                <a:solidFill>
                  <a:srgbClr val="3B3838"/>
                </a:solidFill>
                <a:latin typeface="微软雅黑"/>
                <a:ea typeface="微软雅黑"/>
                <a:cs typeface="微软雅黑"/>
                <a:sym typeface="微软雅黑"/>
              </a:rPr>
              <a:t>汇报人：</a:t>
            </a:r>
            <a:endParaRPr lang="en-US" sz="1100"/>
          </a:p>
          <a:p>
            <a:pPr algn="l" marL="0" indent="0">
              <a:lnSpc>
                <a:spcPct val="100000"/>
              </a:lnSpc>
            </a:pPr>
            <a:r>
              <a:rPr lang="en-US" b="true" i="false" strike="noStrike" u="none" sz="2400">
                <a:solidFill>
                  <a:srgbClr val="3B3838"/>
                </a:solidFill>
                <a:latin typeface="微软雅黑"/>
                <a:ea typeface="微软雅黑"/>
                <a:cs typeface="微软雅黑"/>
                <a:sym typeface="微软雅黑"/>
              </a:rPr>
              <a:t>时间：</a:t>
            </a:r>
          </a:p>
        </p:txBody>
      </p:sp>
      <p:pic>
        <p:nvPicPr>
          <p:cNvPr name="Picture 5" id="5"/>
          <p:cNvPicPr>
            <a:picLocks noChangeAspect="true"/>
          </p:cNvPicPr>
          <p:nvPr/>
        </p:nvPicPr>
        <p:blipFill>
          <a:blip r:embed="rId2"/>
          <a:srcRect l="0" r="0" t="0" b="0"/>
          <a:stretch>
            <a:fillRect/>
          </a:stretch>
        </p:blipFill>
        <p:spPr>
          <a:xfrm rot="0" flipH="false" flipV="false">
            <a:off x="7367270" y="5766435"/>
            <a:ext cx="4573905" cy="529590"/>
          </a:xfrm>
          <a:prstGeom prst="rect">
            <a:avLst/>
          </a:prstGeom>
          <a:ln w="12700">
            <a:noFill/>
            <a:prstDash val="solid"/>
          </a:ln>
        </p:spPr>
      </p:pic>
      <p:pic>
        <p:nvPicPr>
          <p:cNvPr name="Picture 6" id="6"/>
          <p:cNvPicPr>
            <a:picLocks noChangeAspect="true"/>
          </p:cNvPicPr>
          <p:nvPr/>
        </p:nvPicPr>
        <p:blipFill>
          <a:blip r:embed="rId3"/>
          <a:srcRect l="0" r="0" t="3536" b="5520"/>
          <a:stretch>
            <a:fillRect/>
          </a:stretch>
        </p:blipFill>
        <p:spPr>
          <a:xfrm rot="0" flipH="false" flipV="false">
            <a:off x="0" y="-20955"/>
            <a:ext cx="12191365" cy="7103745"/>
          </a:xfrm>
          <a:prstGeom prst="rect">
            <a:avLst/>
          </a:prstGeom>
          <a:ln w="12700">
            <a:noFill/>
            <a:prstDash val="solid"/>
          </a:ln>
        </p:spPr>
      </p:pic>
      <p:pic>
        <p:nvPicPr>
          <p:cNvPr name="Picture 7" id="7"/>
          <p:cNvPicPr>
            <a:picLocks noChangeAspect="true"/>
          </p:cNvPicPr>
          <p:nvPr/>
        </p:nvPicPr>
        <p:blipFill>
          <a:blip r:embed="rId4"/>
          <a:srcRect l="0" r="0" t="0" b="0"/>
          <a:stretch>
            <a:fillRect/>
          </a:stretch>
        </p:blipFill>
        <p:spPr>
          <a:xfrm rot="0" flipH="false" flipV="false">
            <a:off x="1109980" y="622300"/>
            <a:ext cx="2401570" cy="1112520"/>
          </a:xfrm>
          <a:prstGeom prst="rect">
            <a:avLst/>
          </a:prstGeom>
          <a:ln w="12700">
            <a:noFill/>
            <a:prstDash val="solid"/>
          </a:ln>
        </p:spPr>
      </p:pic>
      <p:sp>
        <p:nvSpPr>
          <p:cNvPr name="AutoShape 8" id="8"/>
          <p:cNvSpPr/>
          <p:nvPr/>
        </p:nvSpPr>
        <p:spPr>
          <a:xfrm rot="0" flipH="false" flipV="false">
            <a:off x="1010603" y="2280920"/>
            <a:ext cx="11917045" cy="1037590"/>
          </a:xfrm>
          <a:prstGeom prst="rect">
            <a:avLst/>
          </a:prstGeom>
          <a:noFill/>
          <a:ln w="12700">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4500">
                <a:solidFill>
                  <a:srgbClr val="FFFFFF"/>
                </a:solidFill>
                <a:latin typeface="Microsoft YaHei Bold"/>
                <a:ea typeface="Microsoft YaHei Bold"/>
                <a:cs typeface="Microsoft YaHei Bold"/>
                <a:sym typeface="Microsoft YaHei Bold"/>
              </a:rPr>
              <a:t>超级AI医院运营方案</a:t>
            </a:r>
            <a:endParaRPr lang="en-US" sz="1100"/>
          </a:p>
        </p:txBody>
      </p:sp>
      <p:sp>
        <p:nvSpPr>
          <p:cNvPr name="AutoShape 9" id="9"/>
          <p:cNvSpPr/>
          <p:nvPr/>
        </p:nvSpPr>
        <p:spPr>
          <a:xfrm rot="0" flipH="false" flipV="false">
            <a:off x="1010920" y="3135630"/>
            <a:ext cx="5268595" cy="1037590"/>
          </a:xfrm>
          <a:prstGeom prst="rect">
            <a:avLst/>
          </a:prstGeom>
          <a:noFill/>
          <a:ln w="12700">
            <a:noFill/>
            <a:prstDash val="solid"/>
          </a:ln>
        </p:spPr>
        <p:txBody>
          <a:bodyPr anchor="ctr" rtlCol="false" wrap="square" lIns="91440" rIns="91440" tIns="45720" bIns="45720">
            <a:noAutofit/>
          </a:bodyPr>
          <a:lstStyle/>
          <a:p>
            <a:pPr algn="dist" marL="0" indent="0">
              <a:lnSpc>
                <a:spcPct val="100000"/>
              </a:lnSpc>
              <a:defRPr/>
            </a:pPr>
            <a:r>
              <a:rPr lang="en-US" b="false" i="false" strike="noStrike" u="none" sz="1600">
                <a:solidFill>
                  <a:srgbClr val="FFFFFF"/>
                </a:solidFill>
                <a:latin typeface="Microsoft YaHei"/>
                <a:ea typeface="Microsoft YaHei"/>
                <a:cs typeface="Microsoft YaHei"/>
                <a:sym typeface="Microsoft YaHei"/>
              </a:rPr>
              <a:t>SUPRA AI HOSPITAL</a:t>
            </a:r>
            <a:endParaRPr lang="en-US" sz="1100"/>
          </a:p>
        </p:txBody>
      </p:sp>
      <p:sp>
        <p:nvSpPr>
          <p:cNvPr name="AutoShape 10" id="10"/>
          <p:cNvSpPr/>
          <p:nvPr/>
        </p:nvSpPr>
        <p:spPr>
          <a:xfrm rot="0" flipH="false" flipV="false">
            <a:off x="1192530" y="5593080"/>
            <a:ext cx="3406775" cy="82994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400">
                <a:solidFill>
                  <a:srgbClr val="FFFFFF"/>
                </a:solidFill>
                <a:latin typeface="微软雅黑"/>
                <a:ea typeface="微软雅黑"/>
                <a:cs typeface="微软雅黑"/>
                <a:sym typeface="微软雅黑"/>
              </a:rPr>
              <a:t>汇报人：</a:t>
            </a:r>
            <a:endParaRPr lang="en-US" sz="1100"/>
          </a:p>
          <a:p>
            <a:pPr algn="l" marL="0" indent="0">
              <a:lnSpc>
                <a:spcPct val="100000"/>
              </a:lnSpc>
            </a:pPr>
            <a:r>
              <a:rPr lang="en-US" b="true" i="false" strike="noStrike" u="none" sz="2400">
                <a:solidFill>
                  <a:srgbClr val="FFFFFF"/>
                </a:solidFill>
                <a:latin typeface="微软雅黑"/>
                <a:ea typeface="微软雅黑"/>
                <a:cs typeface="微软雅黑"/>
                <a:sym typeface="微软雅黑"/>
              </a:rPr>
              <a:t>时间：</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0" y="-501015"/>
            <a:ext cx="13853795" cy="6014720"/>
            <a:chOff x="0" y="-501015"/>
            <a:chExt cx="13853795" cy="6014720"/>
          </a:xfrm>
        </p:grpSpPr>
        <p:pic>
          <p:nvPicPr>
            <p:cNvPr name="Picture 3" id="3"/>
            <p:cNvPicPr>
              <a:picLocks noChangeAspect="true"/>
            </p:cNvPicPr>
            <p:nvPr/>
          </p:nvPicPr>
          <p:blipFill>
            <a:blip r:embed="rId2"/>
            <a:srcRect l="0" r="8831" t="19406" b="16584"/>
            <a:stretch>
              <a:fillRect/>
            </a:stretch>
          </p:blipFill>
          <p:spPr>
            <a:xfrm rot="0" flipH="false" flipV="false">
              <a:off x="0" y="-443230"/>
              <a:ext cx="12251690" cy="4997450"/>
            </a:xfrm>
            <a:prstGeom prst="rect">
              <a:avLst/>
            </a:prstGeom>
            <a:ln w="12700">
              <a:noFill/>
              <a:prstDash val="solid"/>
            </a:ln>
          </p:spPr>
        </p:pic>
        <p:pic>
          <p:nvPicPr>
            <p:cNvPr name="Picture 4" id="4"/>
            <p:cNvPicPr>
              <a:picLocks noChangeAspect="true"/>
            </p:cNvPicPr>
            <p:nvPr/>
          </p:nvPicPr>
          <p:blipFill>
            <a:blip r:embed="rId3"/>
            <a:srcRect l="0" r="0" t="0" b="0"/>
            <a:stretch>
              <a:fillRect/>
            </a:stretch>
          </p:blipFill>
          <p:spPr>
            <a:xfrm rot="0" flipH="false" flipV="false">
              <a:off x="3411220" y="-501015"/>
              <a:ext cx="10442575" cy="6014720"/>
            </a:xfrm>
            <a:prstGeom prst="rect">
              <a:avLst/>
            </a:prstGeom>
            <a:ln w="12700">
              <a:noFill/>
              <a:prstDash val="solid"/>
            </a:ln>
          </p:spPr>
        </p:pic>
        <p:sp>
          <p:nvSpPr>
            <p:cNvPr name="AutoShape 5" id="5"/>
            <p:cNvSpPr/>
            <p:nvPr/>
          </p:nvSpPr>
          <p:spPr>
            <a:xfrm rot="0" flipH="false" flipV="false">
              <a:off x="29845" y="170180"/>
              <a:ext cx="12208510" cy="4377055"/>
            </a:xfrm>
            <a:prstGeom prst="rect">
              <a:avLst/>
            </a:prstGeom>
            <a:gradFill rotWithShape="false">
              <a:gsLst>
                <a:gs pos="43999">
                  <a:srgbClr val="512B66">
                    <a:alpha val="0"/>
                  </a:srgbClr>
                </a:gs>
                <a:gs pos="73000">
                  <a:srgbClr val="7030A0">
                    <a:alpha val="39000"/>
                  </a:srgbClr>
                </a:gs>
                <a:gs pos="88998">
                  <a:srgbClr val="7030A0">
                    <a:alpha val="70000"/>
                  </a:srgbClr>
                </a:gs>
              </a:gsLst>
              <a:lin ang="54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等线"/>
                  <a:ea typeface="等线"/>
                  <a:cs typeface="等线"/>
                  <a:sym typeface="等线"/>
                </a:rPr>
                <a:t>  </a:t>
              </a:r>
              <a:endParaRPr lang="en-US" sz="1100"/>
            </a:p>
          </p:txBody>
        </p:sp>
      </p:grpSp>
      <p:sp>
        <p:nvSpPr>
          <p:cNvPr name="AutoShape 6" id="6"/>
          <p:cNvSpPr/>
          <p:nvPr/>
        </p:nvSpPr>
        <p:spPr>
          <a:xfrm rot="0" flipH="false" flipV="false">
            <a:off x="616268" y="1791970"/>
            <a:ext cx="11917045" cy="1037590"/>
          </a:xfrm>
          <a:prstGeom prst="rect">
            <a:avLst/>
          </a:prstGeom>
          <a:noFill/>
          <a:ln w="12700">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6000">
                <a:solidFill>
                  <a:srgbClr val="FFFFFF"/>
                </a:solidFill>
                <a:latin typeface="Microsoft YaHei Bold"/>
                <a:ea typeface="Microsoft YaHei Bold"/>
                <a:cs typeface="Microsoft YaHei Bold"/>
                <a:sym typeface="Microsoft YaHei Bold"/>
              </a:rPr>
              <a:t>超级AI医院运营方案</a:t>
            </a:r>
            <a:endParaRPr lang="en-US" sz="1100"/>
          </a:p>
        </p:txBody>
      </p:sp>
      <p:sp>
        <p:nvSpPr>
          <p:cNvPr name="AutoShape 7" id="7"/>
          <p:cNvSpPr/>
          <p:nvPr/>
        </p:nvSpPr>
        <p:spPr>
          <a:xfrm rot="0" flipH="false" flipV="false">
            <a:off x="616268" y="2646680"/>
            <a:ext cx="7061835" cy="1037590"/>
          </a:xfrm>
          <a:prstGeom prst="rect">
            <a:avLst/>
          </a:prstGeom>
          <a:noFill/>
          <a:ln w="12700">
            <a:noFill/>
            <a:prstDash val="solid"/>
          </a:ln>
        </p:spPr>
        <p:txBody>
          <a:bodyPr anchor="ctr" rtlCol="false" wrap="square" lIns="91440" rIns="91440" tIns="45720" bIns="45720">
            <a:noAutofit/>
          </a:bodyPr>
          <a:lstStyle/>
          <a:p>
            <a:pPr algn="dist" marL="0" indent="0">
              <a:lnSpc>
                <a:spcPct val="100000"/>
              </a:lnSpc>
              <a:defRPr/>
            </a:pPr>
            <a:r>
              <a:rPr lang="en-US" b="false" i="false" strike="noStrike" u="none" sz="1800">
                <a:solidFill>
                  <a:srgbClr val="FFFFFF"/>
                </a:solidFill>
                <a:latin typeface="Microsoft YaHei"/>
                <a:ea typeface="Microsoft YaHei"/>
                <a:cs typeface="Microsoft YaHei"/>
                <a:sym typeface="Microsoft YaHei"/>
              </a:rPr>
              <a:t>SUPRA AI HOSPITAL</a:t>
            </a:r>
            <a:endParaRPr lang="en-US" sz="1100"/>
          </a:p>
        </p:txBody>
      </p:sp>
      <p:sp>
        <p:nvSpPr>
          <p:cNvPr name="AutoShape 8" id="8"/>
          <p:cNvSpPr/>
          <p:nvPr/>
        </p:nvSpPr>
        <p:spPr>
          <a:xfrm rot="5400000" flipH="false" flipV="false">
            <a:off x="2541905" y="1677035"/>
            <a:ext cx="518160" cy="5631180"/>
          </a:xfrm>
          <a:prstGeom prst="round2SameRect">
            <a:avLst>
              <a:gd name="adj1" fmla="val 49999"/>
              <a:gd name="adj2" fmla="val 0"/>
            </a:avLst>
          </a:prstGeom>
          <a:gradFill rotWithShape="false">
            <a:gsLst>
              <a:gs pos="0">
                <a:srgbClr val="3653F2">
                  <a:alpha val="100000"/>
                </a:srgbClr>
              </a:gs>
              <a:gs pos="20000">
                <a:srgbClr val="6851DE">
                  <a:alpha val="100000"/>
                </a:srgbClr>
              </a:gs>
              <a:gs pos="100000">
                <a:srgbClr val="7030A0">
                  <a:alpha val="100000"/>
                </a:srgbClr>
              </a:gs>
            </a:gsLst>
            <a:lin ang="27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9" id="9"/>
          <p:cNvSpPr/>
          <p:nvPr/>
        </p:nvSpPr>
        <p:spPr>
          <a:xfrm rot="0" flipH="false" flipV="false">
            <a:off x="694690" y="5466080"/>
            <a:ext cx="3406775" cy="82994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400">
                <a:solidFill>
                  <a:srgbClr val="3B3838"/>
                </a:solidFill>
                <a:latin typeface="微软雅黑"/>
                <a:ea typeface="微软雅黑"/>
                <a:cs typeface="微软雅黑"/>
                <a:sym typeface="微软雅黑"/>
              </a:rPr>
              <a:t>汇报人：</a:t>
            </a:r>
            <a:endParaRPr lang="en-US" sz="1100"/>
          </a:p>
          <a:p>
            <a:pPr algn="l" marL="0" indent="0">
              <a:lnSpc>
                <a:spcPct val="100000"/>
              </a:lnSpc>
            </a:pPr>
            <a:r>
              <a:rPr lang="en-US" b="true" i="false" strike="noStrike" u="none" sz="2400">
                <a:solidFill>
                  <a:srgbClr val="3B3838"/>
                </a:solidFill>
                <a:latin typeface="微软雅黑"/>
                <a:ea typeface="微软雅黑"/>
                <a:cs typeface="微软雅黑"/>
                <a:sym typeface="微软雅黑"/>
              </a:rPr>
              <a:t>时间：</a:t>
            </a:r>
          </a:p>
        </p:txBody>
      </p:sp>
      <p:pic>
        <p:nvPicPr>
          <p:cNvPr name="Picture 10" id="10"/>
          <p:cNvPicPr>
            <a:picLocks noChangeAspect="true"/>
          </p:cNvPicPr>
          <p:nvPr/>
        </p:nvPicPr>
        <p:blipFill>
          <a:blip r:embed="rId4"/>
          <a:srcRect l="0" r="0" t="0" b="0"/>
          <a:stretch>
            <a:fillRect/>
          </a:stretch>
        </p:blipFill>
        <p:spPr>
          <a:xfrm rot="0" flipH="false" flipV="false">
            <a:off x="7367270" y="5766435"/>
            <a:ext cx="4573905" cy="529590"/>
          </a:xfrm>
          <a:prstGeom prst="rect">
            <a:avLst/>
          </a:prstGeom>
          <a:ln w="12700">
            <a:noFill/>
            <a:prstDash val="solid"/>
          </a:ln>
        </p:spPr>
      </p:pic>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16510" y="1692275"/>
            <a:ext cx="12208510" cy="5168900"/>
          </a:xfrm>
          <a:prstGeom prst="rect">
            <a:avLst/>
          </a:prstGeom>
          <a:gradFill rotWithShape="false">
            <a:gsLst>
              <a:gs pos="43999">
                <a:srgbClr val="512B66">
                  <a:alpha val="0"/>
                </a:srgbClr>
              </a:gs>
              <a:gs pos="73000">
                <a:srgbClr val="7030A0">
                  <a:alpha val="39000"/>
                </a:srgbClr>
              </a:gs>
              <a:gs pos="88998">
                <a:srgbClr val="7030A0">
                  <a:alpha val="70000"/>
                </a:srgbClr>
              </a:gs>
            </a:gsLst>
            <a:lin ang="54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等线"/>
                <a:ea typeface="等线"/>
                <a:cs typeface="等线"/>
                <a:sym typeface="等线"/>
              </a:rPr>
              <a:t>  </a:t>
            </a:r>
            <a:endParaRPr lang="en-US" sz="1100"/>
          </a:p>
        </p:txBody>
      </p:sp>
      <p:sp>
        <p:nvSpPr>
          <p:cNvPr name="AutoShape 3" id="3"/>
          <p:cNvSpPr/>
          <p:nvPr/>
        </p:nvSpPr>
        <p:spPr>
          <a:xfrm rot="0" flipH="false" flipV="false">
            <a:off x="137478" y="2491740"/>
            <a:ext cx="11917045" cy="1037590"/>
          </a:xfrm>
          <a:prstGeom prst="rect">
            <a:avLst/>
          </a:prstGeom>
          <a:noFill/>
          <a:ln w="12700">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6000">
                <a:solidFill>
                  <a:srgbClr val="FFFFFF"/>
                </a:solidFill>
                <a:latin typeface="Microsoft YaHei Bold"/>
                <a:ea typeface="Microsoft YaHei Bold"/>
                <a:cs typeface="Microsoft YaHei Bold"/>
                <a:sym typeface="Microsoft YaHei Bold"/>
              </a:rPr>
              <a:t>超级AI医院运营方案</a:t>
            </a:r>
            <a:endParaRPr lang="en-US" sz="1100"/>
          </a:p>
        </p:txBody>
      </p:sp>
      <p:sp>
        <p:nvSpPr>
          <p:cNvPr name="AutoShape 4" id="4"/>
          <p:cNvSpPr/>
          <p:nvPr/>
        </p:nvSpPr>
        <p:spPr>
          <a:xfrm rot="0" flipH="false" flipV="false">
            <a:off x="2190750" y="5654183"/>
            <a:ext cx="7785100" cy="711200"/>
          </a:xfrm>
          <a:prstGeom prst="rect">
            <a:avLst/>
          </a:prstGeom>
          <a:noFill/>
          <a:ln w="12700">
            <a:noFill/>
            <a:prstDash val="solid"/>
          </a:ln>
        </p:spPr>
        <p:txBody>
          <a:bodyPr anchor="ctr" rtlCol="false" vert="horz" wrap="square" lIns="91440" rIns="91440" tIns="45720" bIns="45720">
            <a:noAutofit/>
          </a:bodyPr>
          <a:lstStyle/>
          <a:p>
            <a:pPr algn="ctr" marL="0" indent="0">
              <a:lnSpc>
                <a:spcPct val="108333"/>
              </a:lnSpc>
              <a:defRPr/>
            </a:pPr>
            <a:r>
              <a:rPr lang="en-US" b="true" i="false" strike="noStrike" u="none" sz="2000">
                <a:solidFill>
                  <a:srgbClr val="FFFFFF"/>
                </a:solidFill>
                <a:latin typeface="Microsoft YaHei Bold"/>
                <a:ea typeface="Microsoft YaHei Bold"/>
                <a:cs typeface="Microsoft YaHei Bold"/>
                <a:sym typeface="Microsoft YaHei Bold"/>
              </a:rPr>
              <a:t>汇报人:XXX</a:t>
            </a:r>
            <a:endParaRPr lang="en-US" sz="1100"/>
          </a:p>
          <a:p>
            <a:pPr algn="ctr" marL="0" indent="0">
              <a:lnSpc>
                <a:spcPct val="108333"/>
              </a:lnSpc>
            </a:pPr>
            <a:r>
              <a:rPr lang="en-US" b="true" i="false" strike="noStrike" u="none" sz="2000">
                <a:solidFill>
                  <a:srgbClr val="FFFFFF"/>
                </a:solidFill>
                <a:latin typeface="Microsoft YaHei Bold"/>
                <a:ea typeface="Microsoft YaHei Bold"/>
                <a:cs typeface="Microsoft YaHei Bold"/>
                <a:sym typeface="Microsoft YaHei Bold"/>
              </a:rPr>
              <a:t>时间:2025/12/25</a:t>
            </a:r>
          </a:p>
        </p:txBody>
      </p:sp>
      <p:sp>
        <p:nvSpPr>
          <p:cNvPr name="AutoShape 5" id="5"/>
          <p:cNvSpPr/>
          <p:nvPr/>
        </p:nvSpPr>
        <p:spPr>
          <a:xfrm rot="0" flipH="false" flipV="false">
            <a:off x="2560320" y="3509645"/>
            <a:ext cx="7061835" cy="1037590"/>
          </a:xfrm>
          <a:prstGeom prst="rect">
            <a:avLst/>
          </a:prstGeom>
          <a:noFill/>
          <a:ln w="12700">
            <a:noFill/>
            <a:prstDash val="solid"/>
          </a:ln>
        </p:spPr>
        <p:txBody>
          <a:bodyPr anchor="ctr" rtlCol="false" wrap="square" lIns="91440" rIns="91440" tIns="45720" bIns="45720">
            <a:noAutofit/>
          </a:bodyPr>
          <a:lstStyle/>
          <a:p>
            <a:pPr algn="dist" marL="0" indent="0">
              <a:lnSpc>
                <a:spcPct val="100000"/>
              </a:lnSpc>
              <a:defRPr/>
            </a:pPr>
            <a:r>
              <a:rPr lang="en-US" b="false" i="false" strike="noStrike" u="none" sz="1800">
                <a:solidFill>
                  <a:srgbClr val="FFFFFF"/>
                </a:solidFill>
                <a:latin typeface="Microsoft YaHei"/>
                <a:ea typeface="Microsoft YaHei"/>
                <a:cs typeface="Microsoft YaHei"/>
                <a:sym typeface="Microsoft YaHei"/>
              </a:rPr>
              <a:t>SUPRA AI HOSPITAL</a:t>
            </a:r>
            <a:endParaRPr lang="en-US" sz="1100"/>
          </a:p>
        </p:txBody>
      </p:sp>
      <p:grpSp>
        <p:nvGrpSpPr>
          <p:cNvPr name="Group 6" id="6"/>
          <p:cNvGrpSpPr/>
          <p:nvPr/>
        </p:nvGrpSpPr>
        <p:grpSpPr>
          <a:xfrm>
            <a:off x="5949950" y="426720"/>
            <a:ext cx="5574665" cy="715527"/>
            <a:chOff x="5949950" y="426720"/>
            <a:chExt cx="5574665" cy="715527"/>
          </a:xfrm>
        </p:grpSpPr>
        <p:grpSp>
          <p:nvGrpSpPr>
            <p:cNvPr name="Group 7" id="7"/>
            <p:cNvGrpSpPr/>
            <p:nvPr/>
          </p:nvGrpSpPr>
          <p:grpSpPr>
            <a:xfrm>
              <a:off x="9428036" y="426720"/>
              <a:ext cx="2096579" cy="715527"/>
              <a:chOff x="9428036" y="426720"/>
              <a:chExt cx="2096579" cy="715527"/>
            </a:xfrm>
          </p:grpSpPr>
          <p:pic>
            <p:nvPicPr>
              <p:cNvPr name="Picture 8" id="8"/>
              <p:cNvPicPr>
                <a:picLocks noChangeAspect="true"/>
              </p:cNvPicPr>
              <p:nvPr/>
            </p:nvPicPr>
            <p:blipFill>
              <a:blip r:embed="rId2"/>
              <a:srcRect l="0" r="0" t="0" b="0"/>
              <a:stretch>
                <a:fillRect/>
              </a:stretch>
            </p:blipFill>
            <p:spPr>
              <a:xfrm rot="0" flipH="false" flipV="false">
                <a:off x="9428036" y="730418"/>
                <a:ext cx="25353" cy="378200"/>
              </a:xfrm>
              <a:prstGeom prst="rect">
                <a:avLst/>
              </a:prstGeom>
              <a:ln w="12700">
                <a:noFill/>
                <a:prstDash val="solid"/>
              </a:ln>
            </p:spPr>
          </p:pic>
          <p:pic>
            <p:nvPicPr>
              <p:cNvPr name="Picture 9" id="9"/>
              <p:cNvPicPr>
                <a:picLocks noChangeAspect="true"/>
              </p:cNvPicPr>
              <p:nvPr/>
            </p:nvPicPr>
            <p:blipFill>
              <a:blip r:embed="rId3"/>
              <a:srcRect l="0" r="0" t="0" b="0"/>
              <a:stretch>
                <a:fillRect/>
              </a:stretch>
            </p:blipFill>
            <p:spPr>
              <a:xfrm rot="0" flipH="false" flipV="false">
                <a:off x="9623103" y="426720"/>
                <a:ext cx="1901512" cy="715527"/>
              </a:xfrm>
              <a:prstGeom prst="rect">
                <a:avLst/>
              </a:prstGeom>
              <a:ln w="12700">
                <a:noFill/>
                <a:prstDash val="solid"/>
              </a:ln>
            </p:spPr>
          </p:pic>
        </p:grpSp>
        <p:pic>
          <p:nvPicPr>
            <p:cNvPr name="Picture 10" id="10"/>
            <p:cNvPicPr>
              <a:picLocks noChangeAspect="true"/>
            </p:cNvPicPr>
            <p:nvPr/>
          </p:nvPicPr>
          <p:blipFill>
            <a:blip r:embed="rId4"/>
            <a:srcRect l="0" r="0" t="0" b="0"/>
            <a:stretch>
              <a:fillRect/>
            </a:stretch>
          </p:blipFill>
          <p:spPr>
            <a:xfrm rot="0" flipH="false" flipV="false">
              <a:off x="5949950" y="469662"/>
              <a:ext cx="3308373" cy="629126"/>
            </a:xfrm>
            <a:prstGeom prst="rect">
              <a:avLst/>
            </a:prstGeom>
            <a:ln w="12700">
              <a:noFill/>
              <a:prstDash val="solid"/>
            </a:ln>
          </p:spPr>
        </p:pic>
      </p:grpSp>
      <p:grpSp>
        <p:nvGrpSpPr>
          <p:cNvPr name="Group 11" id="11"/>
          <p:cNvGrpSpPr/>
          <p:nvPr/>
        </p:nvGrpSpPr>
        <p:grpSpPr>
          <a:xfrm>
            <a:off x="-3810" y="0"/>
            <a:ext cx="12192000" cy="6858000"/>
            <a:chOff x="-3810" y="0"/>
            <a:chExt cx="12192000" cy="6858000"/>
          </a:xfrm>
        </p:grpSpPr>
        <p:pic>
          <p:nvPicPr>
            <p:cNvPr name="Picture 12" id="12"/>
            <p:cNvPicPr>
              <a:picLocks noChangeAspect="true"/>
            </p:cNvPicPr>
            <p:nvPr/>
          </p:nvPicPr>
          <p:blipFill>
            <a:blip r:embed="rId5"/>
            <a:srcRect l="0" r="0" t="0" b="0"/>
            <a:stretch>
              <a:fillRect/>
            </a:stretch>
          </p:blipFill>
          <p:spPr>
            <a:xfrm rot="0" flipH="false" flipV="false">
              <a:off x="-3810" y="0"/>
              <a:ext cx="12192000" cy="6858000"/>
            </a:xfrm>
            <a:prstGeom prst="rect">
              <a:avLst/>
            </a:prstGeom>
            <a:ln w="12700">
              <a:noFill/>
              <a:prstDash val="solid"/>
            </a:ln>
          </p:spPr>
        </p:pic>
        <p:sp>
          <p:nvSpPr>
            <p:cNvPr name="AutoShape 13" id="13"/>
            <p:cNvSpPr/>
            <p:nvPr/>
          </p:nvSpPr>
          <p:spPr>
            <a:xfrm rot="0" flipH="false" flipV="false">
              <a:off x="3874135" y="2242820"/>
              <a:ext cx="1345565" cy="752475"/>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true" i="false" strike="noStrike" u="none" sz="4500">
                  <a:solidFill>
                    <a:srgbClr val="5E318F"/>
                  </a:solidFill>
                  <a:latin typeface="Noto Sans SC"/>
                  <a:ea typeface="Noto Sans SC"/>
                  <a:cs typeface="Noto Sans SC"/>
                  <a:sym typeface="Noto Sans SC"/>
                </a:rPr>
                <a:t>02.</a:t>
              </a:r>
              <a:endParaRPr lang="en-US" sz="1100"/>
            </a:p>
          </p:txBody>
        </p:sp>
        <p:sp>
          <p:nvSpPr>
            <p:cNvPr name="AutoShape 14" id="14"/>
            <p:cNvSpPr/>
            <p:nvPr/>
          </p:nvSpPr>
          <p:spPr>
            <a:xfrm rot="0" flipH="false" flipV="false">
              <a:off x="3865880" y="3100070"/>
              <a:ext cx="2183130" cy="876300"/>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false" i="false" strike="noStrike" u="none" sz="2700">
                  <a:solidFill>
                    <a:srgbClr val="1F1F1F"/>
                  </a:solidFill>
                  <a:latin typeface="Noto Sans SC"/>
                  <a:ea typeface="Noto Sans SC"/>
                  <a:cs typeface="Noto Sans SC"/>
                  <a:sym typeface="Noto Sans SC"/>
                </a:rPr>
                <a:t>添加标题文本</a:t>
              </a:r>
              <a:endParaRPr lang="en-US" sz="1100"/>
            </a:p>
          </p:txBody>
        </p:sp>
        <p:sp>
          <p:nvSpPr>
            <p:cNvPr name="AutoShape 15" id="15"/>
            <p:cNvSpPr/>
            <p:nvPr/>
          </p:nvSpPr>
          <p:spPr>
            <a:xfrm rot="0" flipH="false" flipV="false">
              <a:off x="3916680" y="4319270"/>
              <a:ext cx="1520825" cy="752475"/>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true" i="false" strike="noStrike" u="none" sz="4500">
                  <a:solidFill>
                    <a:srgbClr val="5E318F"/>
                  </a:solidFill>
                  <a:latin typeface="Noto Sans SC"/>
                  <a:ea typeface="Noto Sans SC"/>
                  <a:cs typeface="Noto Sans SC"/>
                  <a:sym typeface="Noto Sans SC"/>
                </a:rPr>
                <a:t>04.</a:t>
              </a:r>
              <a:endParaRPr lang="en-US" sz="1100"/>
            </a:p>
          </p:txBody>
        </p:sp>
        <p:sp>
          <p:nvSpPr>
            <p:cNvPr name="AutoShape 16" id="16"/>
            <p:cNvSpPr/>
            <p:nvPr/>
          </p:nvSpPr>
          <p:spPr>
            <a:xfrm rot="0" flipH="false" flipV="false">
              <a:off x="3908425" y="5176520"/>
              <a:ext cx="2183765" cy="876300"/>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false" i="false" strike="noStrike" u="none" sz="2700">
                  <a:solidFill>
                    <a:srgbClr val="1F1F1F"/>
                  </a:solidFill>
                  <a:latin typeface="Noto Sans SC"/>
                  <a:ea typeface="Noto Sans SC"/>
                  <a:cs typeface="Noto Sans SC"/>
                  <a:sym typeface="Noto Sans SC"/>
                </a:rPr>
                <a:t>添加标题文本</a:t>
              </a:r>
              <a:endParaRPr lang="en-US" sz="1100"/>
            </a:p>
          </p:txBody>
        </p:sp>
        <p:sp>
          <p:nvSpPr>
            <p:cNvPr name="AutoShape 17" id="17"/>
            <p:cNvSpPr/>
            <p:nvPr/>
          </p:nvSpPr>
          <p:spPr>
            <a:xfrm rot="0" flipH="false" flipV="false">
              <a:off x="933450" y="2242820"/>
              <a:ext cx="1523365" cy="733425"/>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true" i="false" strike="noStrike" u="none" sz="4500">
                  <a:solidFill>
                    <a:srgbClr val="5E318F"/>
                  </a:solidFill>
                  <a:latin typeface="Noto Sans SC"/>
                  <a:ea typeface="Noto Sans SC"/>
                  <a:cs typeface="Noto Sans SC"/>
                  <a:sym typeface="Noto Sans SC"/>
                </a:rPr>
                <a:t>01.</a:t>
              </a:r>
              <a:endParaRPr lang="en-US" sz="1100"/>
            </a:p>
          </p:txBody>
        </p:sp>
        <p:sp>
          <p:nvSpPr>
            <p:cNvPr name="AutoShape 18" id="18"/>
            <p:cNvSpPr/>
            <p:nvPr/>
          </p:nvSpPr>
          <p:spPr>
            <a:xfrm rot="0" flipH="false" flipV="false">
              <a:off x="924560" y="3100070"/>
              <a:ext cx="2183765" cy="876300"/>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false" i="false" strike="noStrike" u="none" sz="2700">
                  <a:solidFill>
                    <a:srgbClr val="1F1F1F"/>
                  </a:solidFill>
                  <a:latin typeface="Noto Sans SC"/>
                  <a:ea typeface="Noto Sans SC"/>
                  <a:cs typeface="Noto Sans SC"/>
                  <a:sym typeface="Noto Sans SC"/>
                </a:rPr>
                <a:t>添加标题文本</a:t>
              </a:r>
              <a:endParaRPr lang="en-US" sz="1100"/>
            </a:p>
          </p:txBody>
        </p:sp>
        <p:sp>
          <p:nvSpPr>
            <p:cNvPr name="AutoShape 19" id="19"/>
            <p:cNvSpPr/>
            <p:nvPr/>
          </p:nvSpPr>
          <p:spPr>
            <a:xfrm rot="0" flipH="false" flipV="false">
              <a:off x="930275" y="4316095"/>
              <a:ext cx="1348740" cy="752475"/>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true" i="false" strike="noStrike" u="none" sz="4500">
                  <a:solidFill>
                    <a:srgbClr val="5E318F"/>
                  </a:solidFill>
                  <a:latin typeface="Noto Sans SC"/>
                  <a:ea typeface="Noto Sans SC"/>
                  <a:cs typeface="Noto Sans SC"/>
                  <a:sym typeface="Noto Sans SC"/>
                </a:rPr>
                <a:t>03.</a:t>
              </a:r>
              <a:endParaRPr lang="en-US" sz="1100"/>
            </a:p>
          </p:txBody>
        </p:sp>
        <p:sp>
          <p:nvSpPr>
            <p:cNvPr name="AutoShape 20" id="20"/>
            <p:cNvSpPr/>
            <p:nvPr/>
          </p:nvSpPr>
          <p:spPr>
            <a:xfrm rot="0" flipH="false" flipV="false">
              <a:off x="922020" y="5173345"/>
              <a:ext cx="2127250" cy="876300"/>
            </a:xfrm>
            <a:prstGeom prst="rect">
              <a:avLst/>
            </a:prstGeom>
            <a:noFill/>
            <a:ln w="12700">
              <a:noFill/>
              <a:prstDash val="solid"/>
            </a:ln>
          </p:spPr>
          <p:txBody>
            <a:bodyPr anchor="t" rtlCol="false" vert="horz" wrap="square" lIns="0" rIns="0" tIns="0" bIns="0">
              <a:spAutoFit/>
            </a:bodyPr>
            <a:lstStyle/>
            <a:p>
              <a:pPr algn="l" marL="0" indent="0">
                <a:lnSpc>
                  <a:spcPct val="100000"/>
                </a:lnSpc>
                <a:spcBef>
                  <a:spcPts val="375"/>
                </a:spcBef>
                <a:defRPr/>
              </a:pPr>
              <a:r>
                <a:rPr lang="en-US" b="false" i="false" strike="noStrike" u="none" sz="2700">
                  <a:solidFill>
                    <a:srgbClr val="1F1F1F"/>
                  </a:solidFill>
                  <a:latin typeface="Noto Sans SC"/>
                  <a:ea typeface="Noto Sans SC"/>
                  <a:cs typeface="Noto Sans SC"/>
                  <a:sym typeface="Noto Sans SC"/>
                </a:rPr>
                <a:t>添加标题文本</a:t>
              </a:r>
              <a:endParaRPr lang="en-US" sz="1100"/>
            </a:p>
          </p:txBody>
        </p:sp>
        <p:sp>
          <p:nvSpPr>
            <p:cNvPr name="AutoShape 21" id="21"/>
            <p:cNvSpPr/>
            <p:nvPr/>
          </p:nvSpPr>
          <p:spPr>
            <a:xfrm rot="0" flipH="false" flipV="false">
              <a:off x="203835" y="448945"/>
              <a:ext cx="1945005" cy="1165860"/>
            </a:xfrm>
            <a:prstGeom prst="rect">
              <a:avLst/>
            </a:prstGeom>
            <a:noFill/>
            <a:ln w="12700">
              <a:noFill/>
              <a:prstDash val="solid"/>
            </a:ln>
          </p:spPr>
          <p:txBody>
            <a:bodyPr anchor="ctr" rtlCol="false" vert="horz" wrap="square" lIns="91440" rIns="91440" tIns="45720" bIns="45720">
              <a:normAutofit fontScale="100000" lnSpcReduction="0"/>
            </a:bodyPr>
            <a:lstStyle/>
            <a:p>
              <a:pPr algn="r" marL="0" indent="0">
                <a:lnSpc>
                  <a:spcPct val="116666"/>
                </a:lnSpc>
                <a:defRPr/>
              </a:pPr>
              <a:r>
                <a:rPr lang="en-US" b="true" i="false" strike="noStrike" u="none" sz="4500">
                  <a:solidFill>
                    <a:srgbClr val="5E318F"/>
                  </a:solidFill>
                  <a:latin typeface="Noto Sans SC"/>
                  <a:ea typeface="Noto Sans SC"/>
                  <a:cs typeface="Noto Sans SC"/>
                  <a:sym typeface="Noto Sans SC"/>
                </a:rPr>
                <a:t>目录</a:t>
              </a:r>
              <a:endParaRPr lang="en-US" sz="1100"/>
            </a:p>
          </p:txBody>
        </p:sp>
        <p:sp>
          <p:nvSpPr>
            <p:cNvPr name="AutoShape 22" id="22"/>
            <p:cNvSpPr/>
            <p:nvPr/>
          </p:nvSpPr>
          <p:spPr>
            <a:xfrm rot="0" flipH="false" flipV="false">
              <a:off x="2193290" y="806450"/>
              <a:ext cx="3649345" cy="557530"/>
            </a:xfrm>
            <a:prstGeom prst="rect">
              <a:avLst/>
            </a:prstGeom>
            <a:noFill/>
            <a:ln w="12700">
              <a:noFill/>
              <a:prstDash val="solid"/>
            </a:ln>
          </p:spPr>
          <p:txBody>
            <a:bodyPr anchor="ctr" rtlCol="false" vert="horz" wrap="square" lIns="91440" rIns="91440" tIns="45720" bIns="45720">
              <a:normAutofit fontScale="100000" lnSpcReduction="0"/>
            </a:bodyPr>
            <a:lstStyle/>
            <a:p>
              <a:pPr algn="l" marL="0" indent="0">
                <a:lnSpc>
                  <a:spcPct val="75000"/>
                </a:lnSpc>
                <a:defRPr/>
              </a:pPr>
              <a:r>
                <a:rPr lang="en-US" b="true" i="false" strike="noStrike" u="none" sz="3000">
                  <a:solidFill>
                    <a:srgbClr val="5E318F"/>
                  </a:solidFill>
                  <a:latin typeface="Noto Sans SC"/>
                  <a:ea typeface="Noto Sans SC"/>
                  <a:cs typeface="Noto Sans SC"/>
                  <a:sym typeface="Noto Sans SC"/>
                </a:rPr>
                <a:t>CONTENTS</a:t>
              </a:r>
              <a:endParaRPr lang="en-US" sz="1100"/>
            </a:p>
          </p:txBody>
        </p:sp>
      </p:grpSp>
      <p:pic>
        <p:nvPicPr>
          <p:cNvPr name="Picture 23" id="23"/>
          <p:cNvPicPr>
            <a:picLocks noChangeAspect="true"/>
          </p:cNvPicPr>
          <p:nvPr/>
        </p:nvPicPr>
        <p:blipFill>
          <a:blip r:embed="rId6"/>
          <a:srcRect l="0" r="0" t="0" b="0"/>
          <a:stretch>
            <a:fillRect/>
          </a:stretch>
        </p:blipFill>
        <p:spPr>
          <a:xfrm rot="0" flipH="false" flipV="false">
            <a:off x="7367270" y="670560"/>
            <a:ext cx="4573905" cy="529590"/>
          </a:xfrm>
          <a:prstGeom prst="rect">
            <a:avLst/>
          </a:prstGeom>
          <a:ln w="12700">
            <a:noFill/>
            <a:prstDash val="solid"/>
          </a:ln>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0" y="0"/>
            <a:ext cx="12195810" cy="6858000"/>
          </a:xfrm>
          <a:prstGeom prst="rect">
            <a:avLst/>
          </a:prstGeom>
          <a:ln w="12700">
            <a:noFill/>
            <a:prstDash val="solid"/>
          </a:ln>
        </p:spPr>
      </p:pic>
      <p:pic>
        <p:nvPicPr>
          <p:cNvPr name="Picture 3" id="3"/>
          <p:cNvPicPr>
            <a:picLocks noChangeAspect="true"/>
          </p:cNvPicPr>
          <p:nvPr/>
        </p:nvPicPr>
        <p:blipFill>
          <a:blip r:embed="rId3"/>
          <a:srcRect l="0" r="0" t="0" b="0"/>
          <a:stretch>
            <a:fillRect/>
          </a:stretch>
        </p:blipFill>
        <p:spPr>
          <a:xfrm rot="0" flipH="false" flipV="false">
            <a:off x="-59055" y="-813435"/>
            <a:ext cx="4592955" cy="5500370"/>
          </a:xfrm>
          <a:prstGeom prst="rect">
            <a:avLst/>
          </a:prstGeom>
          <a:ln w="12700">
            <a:noFill/>
            <a:prstDash val="solid"/>
          </a:ln>
        </p:spPr>
      </p:pic>
      <p:sp>
        <p:nvSpPr>
          <p:cNvPr name="AutoShape 4" id="4"/>
          <p:cNvSpPr/>
          <p:nvPr/>
        </p:nvSpPr>
        <p:spPr>
          <a:xfrm rot="0" flipH="false" flipV="false">
            <a:off x="-59055" y="958850"/>
            <a:ext cx="12386945" cy="6035675"/>
          </a:xfrm>
          <a:prstGeom prst="rect">
            <a:avLst/>
          </a:prstGeom>
          <a:gradFill rotWithShape="false">
            <a:gsLst>
              <a:gs pos="18999">
                <a:srgbClr val="68358F">
                  <a:alpha val="100000"/>
                </a:srgbClr>
              </a:gs>
              <a:gs pos="100000">
                <a:srgbClr val="7030A0">
                  <a:alpha val="0"/>
                </a:srgbClr>
              </a:gs>
            </a:gsLst>
            <a:lin ang="16200000"/>
          </a:gradFill>
          <a:ln w="12700" cap="flat">
            <a:gradFill rotWithShape="false">
              <a:gsLst>
                <a:gs pos="0">
                  <a:srgbClr val="5B9BD5">
                    <a:alpha val="10000"/>
                  </a:srgbClr>
                </a:gs>
                <a:gs pos="100000">
                  <a:srgbClr val="5B9BD5">
                    <a:alpha val="5000"/>
                  </a:srgbClr>
                </a:gs>
              </a:gsLst>
              <a:lin ang="5400000"/>
            </a:gradFill>
            <a:prstDash val="solid"/>
          </a:ln>
        </p:spPr>
        <p:txBody>
          <a:bodyPr anchor="ctr" rtlCol="false" vert="horz"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5" id="5"/>
          <p:cNvSpPr/>
          <p:nvPr>
            <p:ph idx="16" type="body" sz="quarter" hasCustomPrompt="true"/>
          </p:nvPr>
        </p:nvSpPr>
        <p:spPr>
          <a:xfrm rot="0" flipH="false" flipV="false">
            <a:off x="1149350" y="4687107"/>
            <a:ext cx="7321550" cy="811357"/>
          </a:xfrm>
          <a:prstGeom prst="rect">
            <a:avLst/>
          </a:prstGeom>
        </p:spPr>
        <p:txBody>
          <a:bodyPr anchor="b" wrap="square" lIns="91440" rIns="91440" tIns="45720" bIns="45720">
            <a:normAutofit lnSpcReduction="0"/>
          </a:bodyPr>
          <a:lstStyle>
            <a:lvl1pPr algn="l">
              <a:lnSpc>
                <a:spcPct val="91666"/>
              </a:lnSpc>
              <a:defRPr sz="7200" b="true" i="false" u="none" strike="noStrike" spc="0">
                <a:solidFill>
                  <a:srgbClr val="FFFFFF">
                    <a:alpha val="100000"/>
                  </a:srgbClr>
                </a:solidFill>
                <a:latin typeface="Microsoft YaHei Bold"/>
              </a:defRPr>
            </a:lvl1pPr>
          </a:lstStyle>
          <a:p>
            <a:pPr algn="l" marL="0" indent="0">
              <a:lnSpc>
                <a:spcPct val="91666"/>
              </a:lnSpc>
            </a:pPr>
            <a:r>
              <a:rPr lang="en-US" b="true" i="false" strike="noStrike" u="none" sz="7200">
                <a:solidFill>
                  <a:srgbClr val="FFFFFF"/>
                </a:solidFill>
                <a:latin typeface="Microsoft YaHei Bold"/>
                <a:ea typeface="Microsoft YaHei Bold"/>
                <a:cs typeface="Microsoft YaHei Bold"/>
                <a:sym typeface="Microsoft YaHei Bold"/>
              </a:rPr>
              <a:t>01</a:t>
            </a:r>
            <a:br>
              <a:rPr lang="en-US" b="true" i="false" strike="noStrike" u="none" sz="7200">
                <a:solidFill>
                  <a:srgbClr val="FFFFFF"/>
                </a:solidFill>
                <a:latin typeface="Microsoft YaHei Bold"/>
                <a:ea typeface="Microsoft YaHei Bold"/>
                <a:cs typeface="Microsoft YaHei Bold"/>
                <a:sym typeface="Microsoft YaHei Bold"/>
              </a:rPr>
            </a:br>
            <a:r>
              <a:rPr lang="en-US" b="true" i="false" strike="noStrike" u="none" sz="5400">
                <a:solidFill>
                  <a:srgbClr val="FFFFFF"/>
                </a:solidFill>
                <a:latin typeface="微软雅黑"/>
                <a:ea typeface="微软雅黑"/>
                <a:cs typeface="微软雅黑"/>
                <a:sym typeface="微软雅黑"/>
              </a:rPr>
              <a:t>AI肝胆国际医联体</a:t>
            </a:r>
          </a:p>
        </p:txBody>
      </p:sp>
      <p:sp>
        <p:nvSpPr>
          <p:cNvPr name="AutoShape 6" id="6"/>
          <p:cNvSpPr/>
          <p:nvPr/>
        </p:nvSpPr>
        <p:spPr>
          <a:xfrm rot="0" flipH="false" flipV="false">
            <a:off x="1109345" y="5328920"/>
            <a:ext cx="6096000" cy="36830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800">
                <a:solidFill>
                  <a:srgbClr val="FFFFFF"/>
                </a:solidFill>
                <a:latin typeface="Microsoft YaHei Regular"/>
                <a:ea typeface="Microsoft YaHei Regular"/>
                <a:cs typeface="Microsoft YaHei Regular"/>
                <a:sym typeface="Microsoft YaHei Regular"/>
              </a:rPr>
              <a:t>International AI Hepatobiliary Medical Consortium</a:t>
            </a:r>
            <a:endParaRPr lang="en-US" sz="1100"/>
          </a:p>
        </p:txBody>
      </p:sp>
      <p:pic>
        <p:nvPicPr>
          <p:cNvPr name="Picture 7" id="7"/>
          <p:cNvPicPr>
            <a:picLocks noChangeAspect="true"/>
          </p:cNvPicPr>
          <p:nvPr/>
        </p:nvPicPr>
        <p:blipFill>
          <a:blip r:embed="rId4"/>
          <a:srcRect l="0" r="0" t="0" b="0"/>
          <a:stretch>
            <a:fillRect/>
          </a:stretch>
        </p:blipFill>
        <p:spPr>
          <a:xfrm rot="0" flipH="false" flipV="false">
            <a:off x="7367270" y="550545"/>
            <a:ext cx="4573905" cy="529590"/>
          </a:xfrm>
          <a:prstGeom prst="rect">
            <a:avLst/>
          </a:prstGeom>
          <a:ln w="12700">
            <a:noFill/>
            <a:prstDash val="solid"/>
          </a:ln>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12249" t="0" b="0"/>
          <a:stretch>
            <a:fillRect/>
          </a:stretch>
        </p:blipFill>
        <p:spPr>
          <a:xfrm rot="0" flipH="false" flipV="false">
            <a:off x="7756525" y="0"/>
            <a:ext cx="4435475" cy="6858000"/>
          </a:xfrm>
          <a:prstGeom prst="rect">
            <a:avLst/>
          </a:prstGeom>
          <a:ln w="12700">
            <a:noFill/>
            <a:prstDash val="solid"/>
          </a:ln>
        </p:spPr>
      </p:pic>
      <p:grpSp>
        <p:nvGrpSpPr>
          <p:cNvPr name="Group 3" id="3"/>
          <p:cNvGrpSpPr/>
          <p:nvPr/>
        </p:nvGrpSpPr>
        <p:grpSpPr>
          <a:xfrm>
            <a:off x="760095" y="0"/>
            <a:ext cx="8934450" cy="5903595"/>
            <a:chOff x="760095" y="0"/>
            <a:chExt cx="8934450" cy="5903595"/>
          </a:xfrm>
        </p:grpSpPr>
        <p:sp>
          <p:nvSpPr>
            <p:cNvPr name="AutoShape 4" id="4"/>
            <p:cNvSpPr/>
            <p:nvPr/>
          </p:nvSpPr>
          <p:spPr>
            <a:xfrm rot="0" flipH="false" flipV="false">
              <a:off x="6781800" y="0"/>
              <a:ext cx="2912745" cy="5688330"/>
            </a:xfrm>
            <a:prstGeom prst="rect">
              <a:avLst/>
            </a:prstGeom>
            <a:gradFill rotWithShape="false">
              <a:gsLst>
                <a:gs pos="0">
                  <a:srgbClr val="3653F2">
                    <a:alpha val="100000"/>
                  </a:srgbClr>
                </a:gs>
                <a:gs pos="46999">
                  <a:srgbClr val="6851DE">
                    <a:alpha val="100000"/>
                  </a:srgbClr>
                </a:gs>
                <a:gs pos="100000">
                  <a:srgbClr val="7030A0">
                    <a:alpha val="100000"/>
                  </a:srgbClr>
                </a:gs>
              </a:gsLst>
              <a:lin ang="27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5" id="5"/>
            <p:cNvSpPr/>
            <p:nvPr/>
          </p:nvSpPr>
          <p:spPr>
            <a:xfrm rot="0" flipH="false" flipV="false">
              <a:off x="760095" y="1203960"/>
              <a:ext cx="2880995" cy="64516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3600">
                  <a:solidFill>
                    <a:srgbClr val="0D0D0D"/>
                  </a:solidFill>
                  <a:latin typeface="Microsoft YaHei Bold"/>
                  <a:ea typeface="Microsoft YaHei Bold"/>
                  <a:cs typeface="Microsoft YaHei Bold"/>
                  <a:sym typeface="Microsoft YaHei Bold"/>
                </a:rPr>
                <a:t>ABOUT US</a:t>
              </a:r>
              <a:endParaRPr lang="en-US" sz="1100"/>
            </a:p>
          </p:txBody>
        </p:sp>
        <p:sp>
          <p:nvSpPr>
            <p:cNvPr name="AutoShape 6" id="6"/>
            <p:cNvSpPr/>
            <p:nvPr/>
          </p:nvSpPr>
          <p:spPr>
            <a:xfrm rot="0" flipH="false" flipV="false">
              <a:off x="832485" y="2672080"/>
              <a:ext cx="4154170" cy="3231515"/>
            </a:xfrm>
            <a:prstGeom prst="rect">
              <a:avLst/>
            </a:prstGeom>
            <a:noFill/>
            <a:ln w="12700">
              <a:noFill/>
              <a:prstDash val="solid"/>
            </a:ln>
          </p:spPr>
          <p:txBody>
            <a:bodyPr anchor="t" rtlCol="false" wrap="square" lIns="0" rIns="0" tIns="0" bIns="0">
              <a:spAutoFit/>
            </a:bodyPr>
            <a:lstStyle/>
            <a:p>
              <a:pPr algn="just" marL="0" indent="0">
                <a:lnSpc>
                  <a:spcPct val="150000"/>
                </a:lnSpc>
                <a:defRPr/>
              </a:pPr>
              <a:r>
                <a:rPr lang="en-US" b="false" i="false" strike="noStrike" u="none" sz="1400">
                  <a:solidFill>
                    <a:srgbClr val="0D0D0D"/>
                  </a:solidFill>
                  <a:latin typeface="思源黑体 Light"/>
                  <a:ea typeface="思源黑体 Light"/>
                  <a:cs typeface="思源黑体 Light"/>
                  <a:sym typeface="思源黑体 Light"/>
                </a:rPr>
                <a:t>您的内容打在这里，或者通过复制您的文本后，在此框中选择粘贴，并选择只保留文字。您的内容打在这里，或者通过复制您的文本后，在此框中选择粘贴，并选择只保留文字。</a:t>
              </a:r>
              <a:endParaRPr lang="en-US" sz="1100"/>
            </a:p>
            <a:p>
              <a:pPr algn="just" marL="0" indent="0">
                <a:lnSpc>
                  <a:spcPct val="150000"/>
                </a:lnSpc>
              </a:pPr>
              <a:r>
                <a:rPr lang="en-US" b="false" i="false" strike="noStrike" u="none" sz="1400">
                  <a:solidFill>
                    <a:srgbClr val="000000"/>
                  </a:solidFill>
                  <a:latin typeface="Arial"/>
                  <a:ea typeface="Arial"/>
                  <a:cs typeface="Arial"/>
                  <a:sym typeface="Arial"/>
                </a:rPr>
                <a:t/>
              </a:r>
              <a:endParaRPr sz="1400"/>
            </a:p>
            <a:p>
              <a:pPr algn="just" marL="0" indent="0">
                <a:lnSpc>
                  <a:spcPct val="150000"/>
                </a:lnSpc>
              </a:pPr>
              <a:r>
                <a:rPr lang="en-US" b="false" i="false" strike="noStrike" u="none" sz="1400">
                  <a:solidFill>
                    <a:srgbClr val="0D0D0D"/>
                  </a:solidFill>
                  <a:latin typeface="思源黑体 Light"/>
                  <a:ea typeface="思源黑体 Light"/>
                  <a:cs typeface="思源黑体 Light"/>
                  <a:sym typeface="思源黑体 Light"/>
                </a:rPr>
                <a:t>您的内容打在这里，或者通过复制您的文本后，在此框中选择粘贴，并选择只保留文字。您的内容打在这里，或者通过复制您的文本后，在此框中选择粘贴，并选择只保留文字。</a:t>
              </a:r>
            </a:p>
            <a:p>
              <a:pPr algn="just" marL="0" indent="0">
                <a:lnSpc>
                  <a:spcPct val="150000"/>
                </a:lnSpc>
              </a:pPr>
              <a:r>
                <a:rPr lang="en-US" b="false" i="false" strike="noStrike" u="none" sz="1400">
                  <a:solidFill>
                    <a:srgbClr val="000000"/>
                  </a:solidFill>
                  <a:latin typeface="Arial"/>
                  <a:ea typeface="Arial"/>
                  <a:cs typeface="Arial"/>
                  <a:sym typeface="Arial"/>
                </a:rPr>
                <a:t> </a:t>
              </a:r>
            </a:p>
          </p:txBody>
        </p:sp>
        <p:cxnSp>
          <p:nvCxnSpPr>
            <p:cNvPr name="Connector 7" id="7"/>
            <p:cNvCxnSpPr/>
            <p:nvPr/>
          </p:nvCxnSpPr>
          <p:spPr>
            <a:xfrm rot="0" flipH="false" flipV="false">
              <a:off x="875030" y="1937385"/>
              <a:ext cx="911860" cy="0"/>
            </a:xfrm>
            <a:prstGeom prst="line">
              <a:avLst/>
            </a:prstGeom>
            <a:noFill/>
            <a:ln w="12700" cap="flat">
              <a:solidFill>
                <a:srgbClr val="595959">
                  <a:alpha val="100000"/>
                </a:srgbClr>
              </a:solidFill>
              <a:prstDash val="solid"/>
              <a:headEnd type="none" w="med" len="med"/>
              <a:tailEnd type="none" w="med" len="med"/>
            </a:ln>
          </p:spPr>
        </p:cxnSp>
        <p:sp>
          <p:nvSpPr>
            <p:cNvPr name="AutoShape 8" id="8"/>
            <p:cNvSpPr/>
            <p:nvPr/>
          </p:nvSpPr>
          <p:spPr>
            <a:xfrm rot="0" flipH="false" flipV="false">
              <a:off x="760095" y="2094230"/>
              <a:ext cx="1549400" cy="46037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400">
                  <a:solidFill>
                    <a:srgbClr val="5E318F"/>
                  </a:solidFill>
                  <a:latin typeface="Microsoft YaHei Bold"/>
                  <a:ea typeface="Microsoft YaHei Bold"/>
                  <a:cs typeface="Microsoft YaHei Bold"/>
                  <a:sym typeface="Microsoft YaHei Bold"/>
                </a:rPr>
                <a:t>关于我们</a:t>
              </a:r>
              <a:endParaRPr lang="en-US" sz="1100"/>
            </a:p>
          </p:txBody>
        </p:sp>
        <p:sp>
          <p:nvSpPr>
            <p:cNvPr name="AutoShape 9" id="9"/>
            <p:cNvSpPr/>
            <p:nvPr/>
          </p:nvSpPr>
          <p:spPr>
            <a:xfrm rot="0" flipH="false" flipV="false">
              <a:off x="7361555" y="742315"/>
              <a:ext cx="1549400" cy="46037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2400">
                  <a:solidFill>
                    <a:srgbClr val="FFFFFF"/>
                  </a:solidFill>
                  <a:latin typeface="Microsoft YaHei Regular"/>
                  <a:ea typeface="Microsoft YaHei Regular"/>
                  <a:cs typeface="Microsoft YaHei Regular"/>
                  <a:sym typeface="Microsoft YaHei Regular"/>
                </a:rPr>
                <a:t>营业额</a:t>
              </a:r>
              <a:endParaRPr lang="en-US" sz="1100"/>
            </a:p>
          </p:txBody>
        </p:sp>
        <p:sp>
          <p:nvSpPr>
            <p:cNvPr name="AutoShape 10" id="10"/>
            <p:cNvSpPr/>
            <p:nvPr/>
          </p:nvSpPr>
          <p:spPr>
            <a:xfrm rot="0" flipH="false" flipV="false">
              <a:off x="7058660" y="1203960"/>
              <a:ext cx="2155825" cy="95313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2800">
                  <a:solidFill>
                    <a:srgbClr val="FFFFFF"/>
                  </a:solidFill>
                  <a:latin typeface="Microsoft YaHei Regular"/>
                  <a:ea typeface="Microsoft YaHei Regular"/>
                  <a:cs typeface="Microsoft YaHei Regular"/>
                  <a:sym typeface="Microsoft YaHei Regular"/>
                </a:rPr>
                <a:t>190,000,000</a:t>
              </a:r>
              <a:endParaRPr lang="en-US" sz="1100"/>
            </a:p>
          </p:txBody>
        </p:sp>
        <p:sp>
          <p:nvSpPr>
            <p:cNvPr name="AutoShape 11" id="11"/>
            <p:cNvSpPr/>
            <p:nvPr/>
          </p:nvSpPr>
          <p:spPr>
            <a:xfrm rot="0" flipH="false" flipV="false">
              <a:off x="7180580" y="2325370"/>
              <a:ext cx="2047875" cy="46037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2400">
                  <a:solidFill>
                    <a:srgbClr val="FFFFFF"/>
                  </a:solidFill>
                  <a:latin typeface="Microsoft YaHei Regular"/>
                  <a:ea typeface="Microsoft YaHei Regular"/>
                  <a:cs typeface="Microsoft YaHei Regular"/>
                  <a:sym typeface="Microsoft YaHei Regular"/>
                </a:rPr>
                <a:t>全国百强企业</a:t>
              </a:r>
              <a:endParaRPr lang="en-US" sz="1100"/>
            </a:p>
          </p:txBody>
        </p:sp>
        <p:sp>
          <p:nvSpPr>
            <p:cNvPr name="AutoShape 12" id="12"/>
            <p:cNvSpPr/>
            <p:nvPr/>
          </p:nvSpPr>
          <p:spPr>
            <a:xfrm rot="0" flipH="false" flipV="false">
              <a:off x="7107555" y="2787015"/>
              <a:ext cx="2155825" cy="52197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2800">
                  <a:solidFill>
                    <a:srgbClr val="FFFFFF"/>
                  </a:solidFill>
                  <a:latin typeface="Microsoft YaHei Regular"/>
                  <a:ea typeface="Microsoft YaHei Regular"/>
                  <a:cs typeface="Microsoft YaHei Regular"/>
                  <a:sym typeface="Microsoft YaHei Regular"/>
                </a:rPr>
                <a:t>100名</a:t>
              </a:r>
              <a:endParaRPr lang="en-US" sz="1100"/>
            </a:p>
          </p:txBody>
        </p:sp>
        <p:sp>
          <p:nvSpPr>
            <p:cNvPr name="AutoShape 13" id="13"/>
            <p:cNvSpPr/>
            <p:nvPr/>
          </p:nvSpPr>
          <p:spPr>
            <a:xfrm rot="0" flipH="false" flipV="false">
              <a:off x="7429500" y="4052570"/>
              <a:ext cx="1549400" cy="46037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2400">
                  <a:solidFill>
                    <a:srgbClr val="FFFFFF"/>
                  </a:solidFill>
                  <a:latin typeface="Microsoft YaHei Regular"/>
                  <a:ea typeface="Microsoft YaHei Regular"/>
                  <a:cs typeface="Microsoft YaHei Regular"/>
                  <a:sym typeface="Microsoft YaHei Regular"/>
                </a:rPr>
                <a:t>股票代码</a:t>
              </a:r>
              <a:endParaRPr lang="en-US" sz="1100"/>
            </a:p>
          </p:txBody>
        </p:sp>
        <p:sp>
          <p:nvSpPr>
            <p:cNvPr name="AutoShape 14" id="14"/>
            <p:cNvSpPr/>
            <p:nvPr/>
          </p:nvSpPr>
          <p:spPr>
            <a:xfrm rot="0" flipH="false" flipV="false">
              <a:off x="7125970" y="4514215"/>
              <a:ext cx="2155825" cy="52197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2800">
                  <a:solidFill>
                    <a:srgbClr val="FFFFFF"/>
                  </a:solidFill>
                  <a:latin typeface="Microsoft YaHei Regular"/>
                  <a:ea typeface="Microsoft YaHei Regular"/>
                  <a:cs typeface="Microsoft YaHei Regular"/>
                  <a:sym typeface="Microsoft YaHei Regular"/>
                </a:rPr>
                <a:t>600000</a:t>
              </a:r>
              <a:endParaRPr lang="en-US" sz="1100"/>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0" b="0"/>
          <a:stretch>
            <a:fillRect/>
          </a:stretch>
        </p:blipFill>
        <p:spPr>
          <a:xfrm rot="0" flipH="false" flipV="false">
            <a:off x="806450" y="3147008"/>
            <a:ext cx="10576964" cy="2065325"/>
          </a:xfrm>
          <a:prstGeom prst="rect">
            <a:avLst/>
          </a:prstGeom>
          <a:ln w="12700">
            <a:noFill/>
            <a:prstDash val="solid"/>
          </a:ln>
        </p:spPr>
      </p:pic>
      <p:sp>
        <p:nvSpPr>
          <p:cNvPr name="AutoShape 3" id="3"/>
          <p:cNvSpPr/>
          <p:nvPr/>
        </p:nvSpPr>
        <p:spPr>
          <a:xfrm rot="0" flipH="false" flipV="false">
            <a:off x="787400" y="6333486"/>
            <a:ext cx="603250" cy="127000"/>
          </a:xfrm>
          <a:prstGeom prst="rect">
            <a:avLst/>
          </a:prstGeom>
          <a:noFill/>
          <a:ln w="12700">
            <a:noFill/>
            <a:prstDash val="solid"/>
          </a:ln>
        </p:spPr>
        <p:txBody>
          <a:bodyPr anchor="t" rtlCol="false" wrap="square" lIns="0" rIns="0" tIns="0" bIns="0">
            <a:noAutofit/>
          </a:bodyPr>
          <a:lstStyle/>
          <a:p>
            <a:pPr algn="l" marL="0" indent="0">
              <a:lnSpc>
                <a:spcPts val="1500"/>
              </a:lnSpc>
              <a:defRPr/>
            </a:pPr>
            <a:r>
              <a:rPr lang="en-US" b="false" i="false" strike="noStrike" u="none" sz="700" spc="-75">
                <a:solidFill>
                  <a:srgbClr val="85929B"/>
                </a:solidFill>
                <a:latin typeface="PingFang SC Medium"/>
                <a:ea typeface="PingFang SC Medium"/>
                <a:cs typeface="PingFang SC Medium"/>
                <a:sym typeface="PingFang SC Medium"/>
              </a:rPr>
              <a:t>XIANG XIXINXI</a:t>
            </a:r>
            <a:endParaRPr lang="en-US" sz="1100"/>
          </a:p>
        </p:txBody>
      </p:sp>
      <p:sp>
        <p:nvSpPr>
          <p:cNvPr name="AutoShape 4" id="4"/>
          <p:cNvSpPr/>
          <p:nvPr/>
        </p:nvSpPr>
        <p:spPr>
          <a:xfrm rot="0" flipH="false" flipV="false">
            <a:off x="3930650" y="1407108"/>
            <a:ext cx="4318000" cy="260350"/>
          </a:xfrm>
          <a:prstGeom prst="rect">
            <a:avLst/>
          </a:prstGeom>
          <a:noFill/>
          <a:ln w="12700">
            <a:noFill/>
            <a:prstDash val="solid"/>
          </a:ln>
        </p:spPr>
        <p:txBody>
          <a:bodyPr anchor="t" rtlCol="false" wrap="square" lIns="0" rIns="0" tIns="0" bIns="0">
            <a:noAutofit/>
          </a:bodyPr>
          <a:lstStyle/>
          <a:p>
            <a:pPr algn="l" marL="0" indent="0">
              <a:lnSpc>
                <a:spcPts val="2625"/>
              </a:lnSpc>
              <a:defRPr/>
            </a:pPr>
            <a:r>
              <a:rPr lang="en-US" b="true" i="false" strike="noStrike" u="none" sz="1500">
                <a:solidFill>
                  <a:srgbClr val="773FC4"/>
                </a:solidFill>
                <a:latin typeface="Microsoft YaHei Bold"/>
                <a:ea typeface="Microsoft YaHei Bold"/>
                <a:cs typeface="Microsoft YaHei Bold"/>
                <a:sym typeface="Microsoft YaHei Bold"/>
              </a:rPr>
              <a:t>看完Apple VisionOS设计规范，我总结了5大亮点！</a:t>
            </a:r>
            <a:endParaRPr lang="en-US" sz="1100"/>
          </a:p>
        </p:txBody>
      </p:sp>
      <p:sp>
        <p:nvSpPr>
          <p:cNvPr name="AutoShape 5" id="5"/>
          <p:cNvSpPr/>
          <p:nvPr/>
        </p:nvSpPr>
        <p:spPr>
          <a:xfrm rot="0" flipH="false" flipV="false">
            <a:off x="1530350" y="1883410"/>
            <a:ext cx="9093200" cy="310727"/>
          </a:xfrm>
          <a:prstGeom prst="rect">
            <a:avLst/>
          </a:prstGeom>
          <a:noFill/>
          <a:ln w="12700">
            <a:noFill/>
            <a:prstDash val="solid"/>
          </a:ln>
        </p:spPr>
        <p:txBody>
          <a:bodyPr anchor="t" rtlCol="false" wrap="square" lIns="0" rIns="0" tIns="0" bIns="0">
            <a:noAutofit/>
          </a:bodyPr>
          <a:lstStyle/>
          <a:p>
            <a:pPr algn="ctr" marL="0" indent="0">
              <a:lnSpc>
                <a:spcPts val="2625"/>
              </a:lnSpc>
              <a:defRPr/>
            </a:pPr>
            <a:r>
              <a:rPr lang="en-US" b="false" i="false" strike="noStrike" u="none" sz="1400">
                <a:solidFill>
                  <a:srgbClr val="1B2C38"/>
                </a:solidFill>
                <a:latin typeface="Microsoft YaHei Regular"/>
                <a:ea typeface="Microsoft YaHei Regular"/>
                <a:cs typeface="Microsoft YaHei Regular"/>
                <a:sym typeface="Microsoft YaHei Regular"/>
              </a:rPr>
              <a:t>使用轮播图对于在有限空间来提升用户阅读效率是很有用的，但现有大部分情况轮播图设计得并不好用</a:t>
            </a:r>
            <a:endParaRPr lang="en-US" sz="1100"/>
          </a:p>
        </p:txBody>
      </p:sp>
      <p:sp>
        <p:nvSpPr>
          <p:cNvPr name="AutoShape 6" id="6"/>
          <p:cNvSpPr/>
          <p:nvPr/>
        </p:nvSpPr>
        <p:spPr>
          <a:xfrm rot="0" flipH="false" flipV="false">
            <a:off x="1377950" y="3843273"/>
            <a:ext cx="1187450" cy="920750"/>
          </a:xfrm>
          <a:prstGeom prst="rect">
            <a:avLst/>
          </a:prstGeom>
          <a:noFill/>
          <a:ln w="12700">
            <a:noFill/>
            <a:prstDash val="solid"/>
          </a:ln>
        </p:spPr>
        <p:txBody>
          <a:bodyPr anchor="t" rtlCol="false" wrap="square" lIns="0" rIns="0" tIns="0" bIns="0">
            <a:noAutofit/>
          </a:bodyPr>
          <a:lstStyle/>
          <a:p>
            <a:pPr algn="l" marL="0" indent="0">
              <a:lnSpc>
                <a:spcPts val="10800"/>
              </a:lnSpc>
              <a:defRPr/>
            </a:pPr>
            <a:r>
              <a:rPr lang="en-US" b="true" i="false" strike="noStrike" u="none" sz="6220">
                <a:solidFill>
                  <a:srgbClr val="0A37C8"/>
                </a:solidFill>
                <a:latin typeface="DIN Alternate Bold"/>
                <a:ea typeface="DIN Alternate Bold"/>
                <a:cs typeface="DIN Alternate Bold"/>
                <a:sym typeface="DIN Alternate Bold"/>
              </a:rPr>
              <a:t>30%</a:t>
            </a:r>
            <a:endParaRPr lang="en-US" sz="1100"/>
          </a:p>
        </p:txBody>
      </p:sp>
      <p:sp>
        <p:nvSpPr>
          <p:cNvPr name="AutoShape 7" id="7"/>
          <p:cNvSpPr/>
          <p:nvPr/>
        </p:nvSpPr>
        <p:spPr>
          <a:xfrm rot="0" flipH="false" flipV="false">
            <a:off x="1092200" y="4837007"/>
            <a:ext cx="2057823" cy="311150"/>
          </a:xfrm>
          <a:prstGeom prst="rect">
            <a:avLst/>
          </a:prstGeom>
          <a:noFill/>
          <a:ln w="12700">
            <a:noFill/>
            <a:prstDash val="solid"/>
          </a:ln>
        </p:spPr>
        <p:txBody>
          <a:bodyPr anchor="t" rtlCol="false" wrap="square" lIns="0" rIns="0" tIns="0" bIns="0">
            <a:noAutofit/>
          </a:bodyPr>
          <a:lstStyle/>
          <a:p>
            <a:pPr algn="l" marL="0" indent="0">
              <a:lnSpc>
                <a:spcPts val="3150"/>
              </a:lnSpc>
              <a:defRPr/>
            </a:pPr>
            <a:r>
              <a:rPr lang="en-US" b="false" i="false" strike="noStrike" u="none" sz="1785">
                <a:solidFill>
                  <a:srgbClr val="FFFFFF"/>
                </a:solidFill>
                <a:latin typeface="Microsoft YaHei Regular"/>
                <a:ea typeface="Microsoft YaHei Regular"/>
                <a:cs typeface="Microsoft YaHei Regular"/>
                <a:sym typeface="Microsoft YaHei Regular"/>
              </a:rPr>
              <a:t>数据系统降本增效</a:t>
            </a:r>
            <a:endParaRPr lang="en-US" sz="1100"/>
          </a:p>
        </p:txBody>
      </p:sp>
      <p:sp>
        <p:nvSpPr>
          <p:cNvPr name="AutoShape 8" id="8"/>
          <p:cNvSpPr/>
          <p:nvPr/>
        </p:nvSpPr>
        <p:spPr>
          <a:xfrm rot="0" flipH="false" flipV="false">
            <a:off x="1154007" y="3147060"/>
            <a:ext cx="1810173" cy="173143"/>
          </a:xfrm>
          <a:prstGeom prst="rect">
            <a:avLst/>
          </a:prstGeom>
          <a:noFill/>
          <a:ln w="12700">
            <a:noFill/>
            <a:prstDash val="solid"/>
          </a:ln>
        </p:spPr>
        <p:txBody>
          <a:bodyPr anchor="t" rtlCol="false" wrap="square" lIns="0" rIns="0" tIns="0" bIns="0">
            <a:noAutofit/>
          </a:bodyPr>
          <a:lstStyle/>
          <a:p>
            <a:pPr algn="l" marL="0" indent="0">
              <a:lnSpc>
                <a:spcPts val="1875"/>
              </a:lnSpc>
              <a:defRPr/>
            </a:pPr>
            <a:r>
              <a:rPr lang="en-US" b="false" i="false" strike="noStrike" u="none" sz="1044">
                <a:solidFill>
                  <a:srgbClr val="C8C3C3"/>
                </a:solidFill>
                <a:latin typeface="Microsoft YaHei Regular"/>
                <a:ea typeface="Microsoft YaHei Regular"/>
                <a:cs typeface="Microsoft YaHei Regular"/>
                <a:sym typeface="Microsoft YaHei Regular"/>
              </a:rPr>
              <a:t>使用轮播图对于在有限空间</a:t>
            </a:r>
            <a:endParaRPr lang="en-US" sz="1100"/>
          </a:p>
        </p:txBody>
      </p:sp>
      <p:sp>
        <p:nvSpPr>
          <p:cNvPr name="AutoShape 9" id="9"/>
          <p:cNvSpPr/>
          <p:nvPr/>
        </p:nvSpPr>
        <p:spPr>
          <a:xfrm rot="0" flipH="false" flipV="false">
            <a:off x="4127500" y="3843273"/>
            <a:ext cx="1187450" cy="920750"/>
          </a:xfrm>
          <a:prstGeom prst="rect">
            <a:avLst/>
          </a:prstGeom>
          <a:noFill/>
          <a:ln w="12700">
            <a:noFill/>
            <a:prstDash val="solid"/>
          </a:ln>
        </p:spPr>
        <p:txBody>
          <a:bodyPr anchor="t" rtlCol="false" wrap="square" lIns="0" rIns="0" tIns="0" bIns="0">
            <a:noAutofit/>
          </a:bodyPr>
          <a:lstStyle/>
          <a:p>
            <a:pPr algn="l" marL="0" indent="0">
              <a:lnSpc>
                <a:spcPts val="10800"/>
              </a:lnSpc>
              <a:defRPr/>
            </a:pPr>
            <a:r>
              <a:rPr lang="en-US" b="true" i="false" strike="noStrike" u="none" sz="6220">
                <a:solidFill>
                  <a:srgbClr val="4422D1"/>
                </a:solidFill>
                <a:latin typeface="DIN Alternate Bold"/>
                <a:ea typeface="DIN Alternate Bold"/>
                <a:cs typeface="DIN Alternate Bold"/>
                <a:sym typeface="DIN Alternate Bold"/>
              </a:rPr>
              <a:t>20%</a:t>
            </a:r>
            <a:endParaRPr lang="en-US" sz="1100"/>
          </a:p>
        </p:txBody>
      </p:sp>
      <p:sp>
        <p:nvSpPr>
          <p:cNvPr name="AutoShape 10" id="10"/>
          <p:cNvSpPr/>
          <p:nvPr/>
        </p:nvSpPr>
        <p:spPr>
          <a:xfrm rot="0" flipH="false" flipV="false">
            <a:off x="3916257" y="3147060"/>
            <a:ext cx="1810173" cy="173143"/>
          </a:xfrm>
          <a:prstGeom prst="rect">
            <a:avLst/>
          </a:prstGeom>
          <a:noFill/>
          <a:ln w="12700">
            <a:noFill/>
            <a:prstDash val="solid"/>
          </a:ln>
        </p:spPr>
        <p:txBody>
          <a:bodyPr anchor="t" rtlCol="false" wrap="square" lIns="0" rIns="0" tIns="0" bIns="0">
            <a:noAutofit/>
          </a:bodyPr>
          <a:lstStyle/>
          <a:p>
            <a:pPr algn="l" marL="0" indent="0">
              <a:lnSpc>
                <a:spcPts val="1875"/>
              </a:lnSpc>
              <a:defRPr/>
            </a:pPr>
            <a:r>
              <a:rPr lang="en-US" b="false" i="false" strike="noStrike" u="none" sz="1044">
                <a:solidFill>
                  <a:srgbClr val="C8C3C3"/>
                </a:solidFill>
                <a:latin typeface="Microsoft YaHei Regular"/>
                <a:ea typeface="Microsoft YaHei Regular"/>
                <a:cs typeface="Microsoft YaHei Regular"/>
                <a:sym typeface="Microsoft YaHei Regular"/>
              </a:rPr>
              <a:t>使用轮播图对于在有限空间</a:t>
            </a:r>
            <a:endParaRPr lang="en-US" sz="1100"/>
          </a:p>
        </p:txBody>
      </p:sp>
      <p:sp>
        <p:nvSpPr>
          <p:cNvPr name="AutoShape 11" id="11"/>
          <p:cNvSpPr/>
          <p:nvPr/>
        </p:nvSpPr>
        <p:spPr>
          <a:xfrm rot="0" flipH="false" flipV="false">
            <a:off x="3797300" y="4837007"/>
            <a:ext cx="2057823" cy="311150"/>
          </a:xfrm>
          <a:prstGeom prst="rect">
            <a:avLst/>
          </a:prstGeom>
          <a:noFill/>
          <a:ln w="12700">
            <a:noFill/>
            <a:prstDash val="solid"/>
          </a:ln>
        </p:spPr>
        <p:txBody>
          <a:bodyPr anchor="t" rtlCol="false" wrap="square" lIns="0" rIns="0" tIns="0" bIns="0">
            <a:noAutofit/>
          </a:bodyPr>
          <a:lstStyle/>
          <a:p>
            <a:pPr algn="l" marL="0" indent="0">
              <a:lnSpc>
                <a:spcPts val="3150"/>
              </a:lnSpc>
              <a:defRPr/>
            </a:pPr>
            <a:r>
              <a:rPr lang="en-US" b="false" i="false" strike="noStrike" u="none" sz="1785">
                <a:solidFill>
                  <a:srgbClr val="FFFFFF"/>
                </a:solidFill>
                <a:latin typeface="Microsoft YaHei Regular"/>
                <a:ea typeface="Microsoft YaHei Regular"/>
                <a:cs typeface="Microsoft YaHei Regular"/>
                <a:sym typeface="Microsoft YaHei Regular"/>
              </a:rPr>
              <a:t>数据系统降本增效</a:t>
            </a:r>
            <a:endParaRPr lang="en-US" sz="1100"/>
          </a:p>
        </p:txBody>
      </p:sp>
      <p:sp>
        <p:nvSpPr>
          <p:cNvPr name="AutoShape 12" id="12"/>
          <p:cNvSpPr/>
          <p:nvPr/>
        </p:nvSpPr>
        <p:spPr>
          <a:xfrm rot="0" flipH="false" flipV="false">
            <a:off x="6864350" y="3843273"/>
            <a:ext cx="1187450" cy="920750"/>
          </a:xfrm>
          <a:prstGeom prst="rect">
            <a:avLst/>
          </a:prstGeom>
          <a:noFill/>
          <a:ln w="12700">
            <a:noFill/>
            <a:prstDash val="solid"/>
          </a:ln>
        </p:spPr>
        <p:txBody>
          <a:bodyPr anchor="t" rtlCol="false" wrap="square" lIns="0" rIns="0" tIns="0" bIns="0">
            <a:noAutofit/>
          </a:bodyPr>
          <a:lstStyle/>
          <a:p>
            <a:pPr algn="l" marL="0" indent="0">
              <a:lnSpc>
                <a:spcPts val="10800"/>
              </a:lnSpc>
              <a:defRPr/>
            </a:pPr>
            <a:r>
              <a:rPr lang="en-US" b="true" i="false" strike="noStrike" u="none" sz="6220">
                <a:solidFill>
                  <a:srgbClr val="32A183"/>
                </a:solidFill>
                <a:latin typeface="DIN Alternate Bold"/>
                <a:ea typeface="DIN Alternate Bold"/>
                <a:cs typeface="DIN Alternate Bold"/>
                <a:sym typeface="DIN Alternate Bold"/>
              </a:rPr>
              <a:t>50%</a:t>
            </a:r>
            <a:endParaRPr lang="en-US" sz="1100"/>
          </a:p>
        </p:txBody>
      </p:sp>
      <p:sp>
        <p:nvSpPr>
          <p:cNvPr name="AutoShape 13" id="13"/>
          <p:cNvSpPr/>
          <p:nvPr/>
        </p:nvSpPr>
        <p:spPr>
          <a:xfrm rot="0" flipH="false" flipV="false">
            <a:off x="6672157" y="3147060"/>
            <a:ext cx="1810173" cy="173143"/>
          </a:xfrm>
          <a:prstGeom prst="rect">
            <a:avLst/>
          </a:prstGeom>
          <a:noFill/>
          <a:ln w="12700">
            <a:noFill/>
            <a:prstDash val="solid"/>
          </a:ln>
        </p:spPr>
        <p:txBody>
          <a:bodyPr anchor="t" rtlCol="false" wrap="square" lIns="0" rIns="0" tIns="0" bIns="0">
            <a:noAutofit/>
          </a:bodyPr>
          <a:lstStyle/>
          <a:p>
            <a:pPr algn="l" marL="0" indent="0">
              <a:lnSpc>
                <a:spcPts val="1875"/>
              </a:lnSpc>
              <a:defRPr/>
            </a:pPr>
            <a:r>
              <a:rPr lang="en-US" b="false" i="false" strike="noStrike" u="none" sz="1044">
                <a:solidFill>
                  <a:srgbClr val="C8C3C3"/>
                </a:solidFill>
                <a:latin typeface="Microsoft YaHei Regular"/>
                <a:ea typeface="Microsoft YaHei Regular"/>
                <a:cs typeface="Microsoft YaHei Regular"/>
                <a:sym typeface="Microsoft YaHei Regular"/>
              </a:rPr>
              <a:t>使用轮播图对于在有限空间</a:t>
            </a:r>
            <a:endParaRPr lang="en-US" sz="1100"/>
          </a:p>
        </p:txBody>
      </p:sp>
      <p:sp>
        <p:nvSpPr>
          <p:cNvPr name="AutoShape 14" id="14"/>
          <p:cNvSpPr/>
          <p:nvPr/>
        </p:nvSpPr>
        <p:spPr>
          <a:xfrm rot="0" flipH="false" flipV="false">
            <a:off x="6527800" y="4837007"/>
            <a:ext cx="2057823" cy="311150"/>
          </a:xfrm>
          <a:prstGeom prst="rect">
            <a:avLst/>
          </a:prstGeom>
          <a:noFill/>
          <a:ln w="12700">
            <a:noFill/>
            <a:prstDash val="solid"/>
          </a:ln>
        </p:spPr>
        <p:txBody>
          <a:bodyPr anchor="t" rtlCol="false" wrap="square" lIns="0" rIns="0" tIns="0" bIns="0">
            <a:noAutofit/>
          </a:bodyPr>
          <a:lstStyle/>
          <a:p>
            <a:pPr algn="l" marL="0" indent="0">
              <a:lnSpc>
                <a:spcPts val="3150"/>
              </a:lnSpc>
              <a:defRPr/>
            </a:pPr>
            <a:r>
              <a:rPr lang="en-US" b="false" i="false" strike="noStrike" u="none" sz="1785">
                <a:solidFill>
                  <a:srgbClr val="FFFFFF"/>
                </a:solidFill>
                <a:latin typeface="Microsoft YaHei Regular"/>
                <a:ea typeface="Microsoft YaHei Regular"/>
                <a:cs typeface="Microsoft YaHei Regular"/>
                <a:sym typeface="Microsoft YaHei Regular"/>
              </a:rPr>
              <a:t>数据系统降本增效</a:t>
            </a:r>
            <a:endParaRPr lang="en-US" sz="1100"/>
          </a:p>
        </p:txBody>
      </p:sp>
      <p:sp>
        <p:nvSpPr>
          <p:cNvPr name="AutoShape 15" id="15"/>
          <p:cNvSpPr/>
          <p:nvPr/>
        </p:nvSpPr>
        <p:spPr>
          <a:xfrm rot="0" flipH="false" flipV="false">
            <a:off x="9607550" y="3843273"/>
            <a:ext cx="1187450" cy="920750"/>
          </a:xfrm>
          <a:prstGeom prst="rect">
            <a:avLst/>
          </a:prstGeom>
          <a:noFill/>
          <a:ln w="12700">
            <a:noFill/>
            <a:prstDash val="solid"/>
          </a:ln>
        </p:spPr>
        <p:txBody>
          <a:bodyPr anchor="t" rtlCol="false" wrap="square" lIns="0" rIns="0" tIns="0" bIns="0">
            <a:noAutofit/>
          </a:bodyPr>
          <a:lstStyle/>
          <a:p>
            <a:pPr algn="l" marL="0" indent="0">
              <a:lnSpc>
                <a:spcPts val="10800"/>
              </a:lnSpc>
              <a:defRPr/>
            </a:pPr>
            <a:r>
              <a:rPr lang="en-US" b="true" i="false" strike="noStrike" u="none" sz="6220">
                <a:solidFill>
                  <a:srgbClr val="32A183"/>
                </a:solidFill>
                <a:latin typeface="DIN Alternate Bold"/>
                <a:ea typeface="DIN Alternate Bold"/>
                <a:cs typeface="DIN Alternate Bold"/>
                <a:sym typeface="DIN Alternate Bold"/>
              </a:rPr>
              <a:t>30%</a:t>
            </a:r>
            <a:endParaRPr lang="en-US" sz="1100"/>
          </a:p>
        </p:txBody>
      </p:sp>
      <p:sp>
        <p:nvSpPr>
          <p:cNvPr name="AutoShape 16" id="16"/>
          <p:cNvSpPr/>
          <p:nvPr/>
        </p:nvSpPr>
        <p:spPr>
          <a:xfrm rot="0" flipH="false" flipV="false">
            <a:off x="9607550" y="3843273"/>
            <a:ext cx="1187450" cy="920750"/>
          </a:xfrm>
          <a:prstGeom prst="rect">
            <a:avLst/>
          </a:prstGeom>
          <a:noFill/>
          <a:ln w="12700">
            <a:noFill/>
            <a:prstDash val="solid"/>
          </a:ln>
        </p:spPr>
        <p:txBody>
          <a:bodyPr anchor="t" rtlCol="false" wrap="square" lIns="0" rIns="0" tIns="0" bIns="0">
            <a:noAutofit/>
          </a:bodyPr>
          <a:lstStyle/>
          <a:p>
            <a:pPr algn="l" marL="0" indent="0">
              <a:lnSpc>
                <a:spcPts val="10800"/>
              </a:lnSpc>
              <a:defRPr/>
            </a:pPr>
            <a:r>
              <a:rPr lang="en-US" b="true" i="false" strike="noStrike" u="none" sz="6220">
                <a:solidFill>
                  <a:srgbClr val="F31E1E"/>
                </a:solidFill>
                <a:latin typeface="DIN Alternate Bold"/>
                <a:ea typeface="DIN Alternate Bold"/>
                <a:cs typeface="DIN Alternate Bold"/>
                <a:sym typeface="DIN Alternate Bold"/>
              </a:rPr>
              <a:t>30%</a:t>
            </a:r>
            <a:endParaRPr lang="en-US" sz="1100"/>
          </a:p>
        </p:txBody>
      </p:sp>
      <p:sp>
        <p:nvSpPr>
          <p:cNvPr name="AutoShape 17" id="17"/>
          <p:cNvSpPr/>
          <p:nvPr/>
        </p:nvSpPr>
        <p:spPr>
          <a:xfrm rot="0" flipH="false" flipV="false">
            <a:off x="9389957" y="3147060"/>
            <a:ext cx="1810173" cy="173143"/>
          </a:xfrm>
          <a:prstGeom prst="rect">
            <a:avLst/>
          </a:prstGeom>
          <a:noFill/>
          <a:ln w="12700">
            <a:noFill/>
            <a:prstDash val="solid"/>
          </a:ln>
        </p:spPr>
        <p:txBody>
          <a:bodyPr anchor="t" rtlCol="false" wrap="square" lIns="0" rIns="0" tIns="0" bIns="0">
            <a:noAutofit/>
          </a:bodyPr>
          <a:lstStyle/>
          <a:p>
            <a:pPr algn="l" marL="0" indent="0">
              <a:lnSpc>
                <a:spcPts val="1875"/>
              </a:lnSpc>
              <a:defRPr/>
            </a:pPr>
            <a:r>
              <a:rPr lang="en-US" b="false" i="false" strike="noStrike" u="none" sz="1044">
                <a:solidFill>
                  <a:srgbClr val="C8C3C3"/>
                </a:solidFill>
                <a:latin typeface="Microsoft YaHei Regular"/>
                <a:ea typeface="Microsoft YaHei Regular"/>
                <a:cs typeface="Microsoft YaHei Regular"/>
                <a:sym typeface="Microsoft YaHei Regular"/>
              </a:rPr>
              <a:t>使用轮播图对于在有限空间</a:t>
            </a:r>
            <a:endParaRPr lang="en-US" sz="1100"/>
          </a:p>
        </p:txBody>
      </p:sp>
      <p:sp>
        <p:nvSpPr>
          <p:cNvPr name="AutoShape 18" id="18"/>
          <p:cNvSpPr/>
          <p:nvPr/>
        </p:nvSpPr>
        <p:spPr>
          <a:xfrm rot="0" flipH="false" flipV="false">
            <a:off x="9283700" y="4837007"/>
            <a:ext cx="2057823" cy="311150"/>
          </a:xfrm>
          <a:prstGeom prst="rect">
            <a:avLst/>
          </a:prstGeom>
          <a:noFill/>
          <a:ln w="12700">
            <a:noFill/>
            <a:prstDash val="solid"/>
          </a:ln>
        </p:spPr>
        <p:txBody>
          <a:bodyPr anchor="t" rtlCol="false" wrap="square" lIns="0" rIns="0" tIns="0" bIns="0">
            <a:noAutofit/>
          </a:bodyPr>
          <a:lstStyle/>
          <a:p>
            <a:pPr algn="l" marL="0" indent="0">
              <a:lnSpc>
                <a:spcPts val="3150"/>
              </a:lnSpc>
              <a:defRPr/>
            </a:pPr>
            <a:r>
              <a:rPr lang="en-US" b="false" i="false" strike="noStrike" u="none" sz="1785">
                <a:solidFill>
                  <a:srgbClr val="FFFFFF"/>
                </a:solidFill>
                <a:latin typeface="Microsoft YaHei Regular"/>
                <a:ea typeface="Microsoft YaHei Regular"/>
                <a:cs typeface="Microsoft YaHei Regular"/>
                <a:sym typeface="Microsoft YaHei Regular"/>
              </a:rPr>
              <a:t>数据系统降本增效</a:t>
            </a:r>
            <a:endParaRPr lang="en-US" sz="1100"/>
          </a:p>
        </p:txBody>
      </p:sp>
      <p:sp>
        <p:nvSpPr>
          <p:cNvPr name="AutoShape 19" id="19"/>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sp>
        <p:nvSpPr>
          <p:cNvPr name="AutoShape 20" id="20"/>
          <p:cNvSpPr/>
          <p:nvPr>
            <p:ph idx="4294967295" type="body" sz="quarter" hasCustomPrompt="true"/>
          </p:nvPr>
        </p:nvSpPr>
        <p:spPr>
          <a:xfrm rot="0" flipH="false" flipV="false">
            <a:off x="304692" y="85777"/>
            <a:ext cx="7651198" cy="558979"/>
          </a:xfrm>
          <a:prstGeom prst="rect">
            <a:avLst/>
          </a:prstGeom>
          <a:noFill/>
          <a:ln w="12700">
            <a:noFill/>
            <a:prstDash val="solid"/>
          </a:ln>
        </p:spPr>
        <p:txBody>
          <a:bodyPr anchor="ctr" wrap="square" lIns="91440" rIns="91440" tIns="45720" bIns="45720">
            <a:normAutofit fontScale="100000" lnSpcReduction="0"/>
          </a:bodyPr>
          <a:lstStyle>
            <a:lvl1pPr algn="l">
              <a:lnSpc>
                <a:spcPct val="91666"/>
              </a:lnSpc>
              <a:defRPr sz="2890" b="true" i="false" u="none" strike="noStrike" spc="0">
                <a:solidFill>
                  <a:srgbClr val="FFFFFF">
                    <a:alpha val="100000"/>
                  </a:srgbClr>
                </a:solidFill>
                <a:latin typeface="微软雅黑"/>
              </a:defRPr>
            </a:lvl1pPr>
          </a:lstStyle>
          <a:p>
            <a:pPr algn="l" marL="0" indent="0">
              <a:lnSpc>
                <a:spcPct val="91666"/>
              </a:lnSpc>
            </a:pPr>
            <a:r>
              <a:rPr lang="en-US" b="true" i="false" strike="noStrike" u="none" sz="2889">
                <a:solidFill>
                  <a:srgbClr val="FFFFFF"/>
                </a:solidFill>
                <a:latin typeface="微软雅黑"/>
                <a:ea typeface="微软雅黑"/>
                <a:cs typeface="微软雅黑"/>
                <a:sym typeface="微软雅黑"/>
              </a:rPr>
              <a:t>输入修改文字</a:t>
            </a:r>
          </a:p>
        </p:txBody>
      </p:sp>
      <p:pic>
        <p:nvPicPr>
          <p:cNvPr name="Picture 21" id="21"/>
          <p:cNvPicPr>
            <a:picLocks noChangeAspect="true"/>
          </p:cNvPicPr>
          <p:nvPr/>
        </p:nvPicPr>
        <p:blipFill>
          <a:blip r:embed="rId3"/>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grpSp>
        <p:nvGrpSpPr>
          <p:cNvPr name="Group 3" id="3"/>
          <p:cNvGrpSpPr/>
          <p:nvPr/>
        </p:nvGrpSpPr>
        <p:grpSpPr>
          <a:xfrm>
            <a:off x="875030" y="1915160"/>
            <a:ext cx="10441940" cy="4382770"/>
            <a:chOff x="875030" y="1915160"/>
            <a:chExt cx="10441940" cy="4382770"/>
          </a:xfrm>
        </p:grpSpPr>
        <p:sp>
          <p:nvSpPr>
            <p:cNvPr name="AutoShape 4" id="4"/>
            <p:cNvSpPr/>
            <p:nvPr/>
          </p:nvSpPr>
          <p:spPr>
            <a:xfrm rot="0" flipH="false" flipV="false">
              <a:off x="8110855" y="1915160"/>
              <a:ext cx="3206115" cy="2386965"/>
            </a:xfrm>
            <a:prstGeom prst="rect">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5" id="5"/>
            <p:cNvSpPr/>
            <p:nvPr/>
          </p:nvSpPr>
          <p:spPr>
            <a:xfrm rot="0" flipH="false" flipV="false">
              <a:off x="8110855" y="4302760"/>
              <a:ext cx="3206115" cy="654685"/>
            </a:xfrm>
            <a:prstGeom prst="rect">
              <a:avLst/>
            </a:prstGeom>
            <a:solidFill>
              <a:srgbClr val="FFFFFF">
                <a:alpha val="100000"/>
              </a:srgbClr>
            </a:solidFill>
            <a:ln w="12700" cap="flat">
              <a:noFill/>
              <a:prstDash val="solid"/>
            </a:ln>
            <a:effectLst>
              <a:outerShdw dir="0" dist="0" blurRad="381000" algn="ctr" sx="102000" sy="102000" rotWithShape="false">
                <a:srgbClr val="000000">
                  <a:alpha val="4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nvGrpSpPr>
            <p:cNvPr name="Group 6" id="6"/>
            <p:cNvGrpSpPr/>
            <p:nvPr/>
          </p:nvGrpSpPr>
          <p:grpSpPr>
            <a:xfrm>
              <a:off x="875030" y="1915160"/>
              <a:ext cx="9725660" cy="4382770"/>
              <a:chOff x="875030" y="1915160"/>
              <a:chExt cx="9725660" cy="4382770"/>
            </a:xfrm>
          </p:grpSpPr>
          <p:sp>
            <p:nvSpPr>
              <p:cNvPr name="AutoShape 7" id="7"/>
              <p:cNvSpPr/>
              <p:nvPr/>
            </p:nvSpPr>
            <p:spPr>
              <a:xfrm rot="0" flipH="false" flipV="false">
                <a:off x="875030" y="1915160"/>
                <a:ext cx="3206115" cy="2386965"/>
              </a:xfrm>
              <a:prstGeom prst="rect">
                <a:avLst/>
              </a:prstGeom>
              <a:blipFill rotWithShape="true">
                <a:blip r:embed="rId3"/>
                <a:stretch>
                  <a:fillRect l="-30000" r="0" t="0" b="0"/>
                </a:stretch>
              </a:blip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8" id="8"/>
              <p:cNvSpPr/>
              <p:nvPr/>
            </p:nvSpPr>
            <p:spPr>
              <a:xfrm rot="0" flipH="false" flipV="false">
                <a:off x="4492625" y="1915160"/>
                <a:ext cx="3206115" cy="2386965"/>
              </a:xfrm>
              <a:prstGeom prst="rect">
                <a:avLst/>
              </a:prstGeom>
              <a:blipFill rotWithShape="true">
                <a:blip r:embed="rId4"/>
                <a:stretch>
                  <a:fillRect l="-30000" r="0" t="0" b="0"/>
                </a:stretch>
              </a:blip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9" id="9"/>
              <p:cNvSpPr/>
              <p:nvPr/>
            </p:nvSpPr>
            <p:spPr>
              <a:xfrm rot="0" flipH="false" flipV="false">
                <a:off x="875030" y="4302760"/>
                <a:ext cx="3206115" cy="654685"/>
              </a:xfrm>
              <a:prstGeom prst="rect">
                <a:avLst/>
              </a:prstGeom>
              <a:solidFill>
                <a:srgbClr val="FFFFFF">
                  <a:alpha val="100000"/>
                </a:srgbClr>
              </a:solidFill>
              <a:ln w="12700" cap="flat">
                <a:noFill/>
                <a:prstDash val="solid"/>
              </a:ln>
              <a:effectLst>
                <a:outerShdw dir="0" dist="0" blurRad="381000" algn="ctr" sx="102000" sy="102000" rotWithShape="false">
                  <a:srgbClr val="000000">
                    <a:alpha val="4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10" id="10"/>
              <p:cNvSpPr/>
              <p:nvPr/>
            </p:nvSpPr>
            <p:spPr>
              <a:xfrm rot="0" flipH="false" flipV="false">
                <a:off x="4492625" y="4302760"/>
                <a:ext cx="3206115" cy="654685"/>
              </a:xfrm>
              <a:prstGeom prst="rect">
                <a:avLst/>
              </a:prstGeom>
              <a:solidFill>
                <a:srgbClr val="773FC4">
                  <a:alpha val="100000"/>
                </a:srgbClr>
              </a:solidFill>
              <a:ln w="12700" cap="flat">
                <a:noFill/>
                <a:prstDash val="solid"/>
              </a:ln>
              <a:effectLst>
                <a:outerShdw dir="0" dist="0" blurRad="381000" algn="ctr" sx="102000" sy="102000" rotWithShape="false">
                  <a:srgbClr val="000000">
                    <a:alpha val="4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11" id="11"/>
              <p:cNvSpPr/>
              <p:nvPr/>
            </p:nvSpPr>
            <p:spPr>
              <a:xfrm rot="0" flipH="false" flipV="false">
                <a:off x="1805940" y="5560695"/>
                <a:ext cx="8579485" cy="737235"/>
              </a:xfrm>
              <a:prstGeom prst="rect">
                <a:avLst/>
              </a:prstGeom>
              <a:noFill/>
              <a:ln w="12700">
                <a:noFill/>
                <a:prstDash val="solid"/>
              </a:ln>
            </p:spPr>
            <p:txBody>
              <a:bodyPr anchor="t" rtlCol="false" wrap="square" lIns="91440" rIns="91440" tIns="45720" bIns="45720">
                <a:spAutoFit/>
              </a:bodyPr>
              <a:lstStyle/>
              <a:p>
                <a:pPr algn="ctr" marL="0" indent="0">
                  <a:lnSpc>
                    <a:spcPct val="150000"/>
                  </a:lnSpc>
                  <a:defRPr/>
                </a:pPr>
                <a:r>
                  <a:rPr lang="en-US" b="true" i="false" strike="noStrike" u="none" sz="1400">
                    <a:solidFill>
                      <a:srgbClr val="0D0D0D"/>
                    </a:solidFill>
                    <a:latin typeface="Microsoft YaHei Bold"/>
                    <a:ea typeface="Microsoft YaHei Bold"/>
                    <a:cs typeface="Microsoft YaHei Bold"/>
                    <a:sym typeface="Microsoft YaHei Bold"/>
                  </a:rPr>
                  <a:t>您的内容打在这里，或者通过复制您的文本后，在此框中选择粘贴，并选择只保留文字。您的内容打在这里，或者通过复制您的文本后，在此框中选择粘贴，并选择只保留文字。</a:t>
                </a:r>
                <a:endParaRPr lang="en-US" sz="1100"/>
              </a:p>
            </p:txBody>
          </p:sp>
          <p:sp>
            <p:nvSpPr>
              <p:cNvPr name="AutoShape 12" id="12"/>
              <p:cNvSpPr/>
              <p:nvPr/>
            </p:nvSpPr>
            <p:spPr>
              <a:xfrm rot="0" flipH="false" flipV="false">
                <a:off x="1591310" y="4438650"/>
                <a:ext cx="1772920" cy="39878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2000">
                    <a:solidFill>
                      <a:srgbClr val="773FC4"/>
                    </a:solidFill>
                    <a:latin typeface="Microsoft YaHei Bold"/>
                    <a:ea typeface="Microsoft YaHei Bold"/>
                    <a:cs typeface="Microsoft YaHei Bold"/>
                    <a:sym typeface="Microsoft YaHei Bold"/>
                  </a:rPr>
                  <a:t>产品展示1</a:t>
                </a:r>
                <a:endParaRPr lang="en-US" sz="1100"/>
              </a:p>
            </p:txBody>
          </p:sp>
          <p:sp>
            <p:nvSpPr>
              <p:cNvPr name="AutoShape 13" id="13"/>
              <p:cNvSpPr/>
              <p:nvPr/>
            </p:nvSpPr>
            <p:spPr>
              <a:xfrm rot="0" flipH="false" flipV="false">
                <a:off x="5208905" y="4427220"/>
                <a:ext cx="1772920" cy="39878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2000">
                    <a:solidFill>
                      <a:srgbClr val="FFFFFF"/>
                    </a:solidFill>
                    <a:latin typeface="Microsoft YaHei Bold"/>
                    <a:ea typeface="Microsoft YaHei Bold"/>
                    <a:cs typeface="Microsoft YaHei Bold"/>
                    <a:sym typeface="Microsoft YaHei Bold"/>
                  </a:rPr>
                  <a:t>产品展示2</a:t>
                </a:r>
                <a:endParaRPr lang="en-US" sz="1100"/>
              </a:p>
            </p:txBody>
          </p:sp>
          <p:sp>
            <p:nvSpPr>
              <p:cNvPr name="AutoShape 14" id="14"/>
              <p:cNvSpPr/>
              <p:nvPr/>
            </p:nvSpPr>
            <p:spPr>
              <a:xfrm rot="0" flipH="false" flipV="false">
                <a:off x="8827770" y="4438650"/>
                <a:ext cx="1772920" cy="39878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2000">
                    <a:solidFill>
                      <a:srgbClr val="773FC4"/>
                    </a:solidFill>
                    <a:latin typeface="Microsoft YaHei Bold"/>
                    <a:ea typeface="Microsoft YaHei Bold"/>
                    <a:cs typeface="Microsoft YaHei Bold"/>
                    <a:sym typeface="Microsoft YaHei Bold"/>
                  </a:rPr>
                  <a:t>产品展示2</a:t>
                </a:r>
                <a:endParaRPr lang="en-US" sz="1100"/>
              </a:p>
            </p:txBody>
          </p:sp>
        </p:grpSp>
      </p:grpSp>
      <p:sp>
        <p:nvSpPr>
          <p:cNvPr name="AutoShape 15" id="15"/>
          <p:cNvSpPr/>
          <p:nvPr>
            <p:ph idx="4294967295" type="body" sz="quarter" hasCustomPrompt="true"/>
          </p:nvPr>
        </p:nvSpPr>
        <p:spPr>
          <a:xfrm rot="0" flipH="false" flipV="false">
            <a:off x="304692" y="85777"/>
            <a:ext cx="7651198" cy="558979"/>
          </a:xfrm>
          <a:prstGeom prst="rect">
            <a:avLst/>
          </a:prstGeom>
          <a:noFill/>
          <a:ln w="12700">
            <a:noFill/>
            <a:prstDash val="solid"/>
          </a:ln>
        </p:spPr>
        <p:txBody>
          <a:bodyPr anchor="ctr" wrap="square" lIns="91440" rIns="91440" tIns="45720" bIns="45720">
            <a:normAutofit fontScale="100000" lnSpcReduction="0"/>
          </a:bodyPr>
          <a:lstStyle>
            <a:lvl1pPr algn="l">
              <a:lnSpc>
                <a:spcPct val="91666"/>
              </a:lnSpc>
              <a:defRPr sz="2601" b="true" i="false" u="none" strike="noStrike" spc="0">
                <a:solidFill>
                  <a:srgbClr val="FFFFFF">
                    <a:alpha val="100000"/>
                  </a:srgbClr>
                </a:solidFill>
                <a:latin typeface="微软雅黑"/>
              </a:defRPr>
            </a:lvl1pPr>
          </a:lstStyle>
          <a:p>
            <a:pPr algn="l" marL="0" indent="0">
              <a:lnSpc>
                <a:spcPct val="91666"/>
              </a:lnSpc>
            </a:pPr>
            <a:r>
              <a:rPr lang="en-US" b="true" i="false" strike="noStrike" u="none" sz="2601">
                <a:solidFill>
                  <a:srgbClr val="FFFFFF"/>
                </a:solidFill>
                <a:latin typeface="微软雅黑"/>
                <a:ea typeface="微软雅黑"/>
                <a:cs typeface="微软雅黑"/>
                <a:sym typeface="微软雅黑"/>
              </a:rPr>
              <a:t>输入修改文字</a:t>
            </a:r>
          </a:p>
        </p:txBody>
      </p:sp>
      <p:pic>
        <p:nvPicPr>
          <p:cNvPr name="Picture 16" id="16"/>
          <p:cNvPicPr>
            <a:picLocks noChangeAspect="true"/>
          </p:cNvPicPr>
          <p:nvPr/>
        </p:nvPicPr>
        <p:blipFill>
          <a:blip r:embed="rId5"/>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rot="0" flipH="false" flipV="false">
            <a:off x="1195704" y="1646276"/>
            <a:ext cx="5265025" cy="4717974"/>
          </a:xfrm>
          <a:custGeom>
            <a:avLst/>
            <a:gdLst/>
            <a:ahLst/>
            <a:cxnLst/>
            <a:rect r="r" b="b" t="t" l="l"/>
            <a:pathLst>
              <a:path h="4717974" w="5265025">
                <a:moveTo>
                  <a:pt x="0" y="4501973"/>
                </a:moveTo>
                <a:lnTo>
                  <a:pt x="0" y="216000"/>
                </a:lnTo>
                <a:cubicBezTo>
                  <a:pt x="0" y="96768"/>
                  <a:pt x="96768" y="0"/>
                  <a:pt x="216000" y="0"/>
                </a:cubicBezTo>
                <a:lnTo>
                  <a:pt x="3922763" y="0"/>
                </a:lnTo>
                <a:cubicBezTo>
                  <a:pt x="4021336" y="0"/>
                  <a:pt x="4107543" y="66907"/>
                  <a:pt x="4132006" y="162395"/>
                </a:cubicBezTo>
                <a:lnTo>
                  <a:pt x="5230007" y="4448369"/>
                </a:lnTo>
                <a:cubicBezTo>
                  <a:pt x="5265025" y="4585059"/>
                  <a:pt x="5161868" y="4717974"/>
                  <a:pt x="5020765" y="4717974"/>
                </a:cubicBezTo>
                <a:lnTo>
                  <a:pt x="216000" y="4717974"/>
                </a:lnTo>
                <a:cubicBezTo>
                  <a:pt x="96768" y="4717974"/>
                  <a:pt x="0" y="4621206"/>
                  <a:pt x="0" y="4501973"/>
                </a:cubicBezTo>
              </a:path>
            </a:pathLst>
          </a:custGeom>
          <a:solidFill>
            <a:srgbClr val="FFFFFF">
              <a:alpha val="100000"/>
            </a:srgbClr>
          </a:solidFill>
          <a:ln w="12700" cap="flat">
            <a:noFill/>
            <a:prstDash val="solid"/>
          </a:ln>
          <a:effectLst>
            <a:outerShdw dir="2700000" dist="114300" blurRad="241300" algn="tl" rotWithShape="false">
              <a:srgbClr val="1F4E79">
                <a:alpha val="13000"/>
              </a:srgbClr>
            </a:outerShdw>
            <a:reflection stA="52000" dist="0" endPos="21000" algn="bl" blurRad="6350" dir="5400000" rotWithShape="false" endA="300" sy="-100000"/>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3" id="3"/>
          <p:cNvSpPr/>
          <p:nvPr/>
        </p:nvSpPr>
        <p:spPr>
          <a:xfrm rot="0" flipH="false" flipV="false">
            <a:off x="1195704" y="1646276"/>
            <a:ext cx="4292472" cy="788761"/>
          </a:xfrm>
          <a:custGeom>
            <a:avLst/>
            <a:gdLst/>
            <a:ahLst/>
            <a:cxnLst/>
            <a:rect r="r" b="b" t="t" l="l"/>
            <a:pathLst>
              <a:path h="788761" w="4292472">
                <a:moveTo>
                  <a:pt x="216000" y="0"/>
                </a:moveTo>
                <a:lnTo>
                  <a:pt x="3922763" y="0"/>
                </a:lnTo>
                <a:cubicBezTo>
                  <a:pt x="4021336" y="0"/>
                  <a:pt x="4107543" y="66907"/>
                  <a:pt x="4132006" y="162395"/>
                </a:cubicBezTo>
                <a:lnTo>
                  <a:pt x="4292472" y="788761"/>
                </a:lnTo>
                <a:lnTo>
                  <a:pt x="0" y="788761"/>
                </a:lnTo>
                <a:lnTo>
                  <a:pt x="0" y="216000"/>
                </a:lnTo>
                <a:cubicBezTo>
                  <a:pt x="0" y="96768"/>
                  <a:pt x="96768" y="0"/>
                  <a:pt x="216000" y="0"/>
                </a:cubicBezTo>
                <a:close/>
              </a:path>
            </a:pathLst>
          </a:custGeom>
          <a:solidFill>
            <a:srgbClr val="3D53EF">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4" id="4"/>
          <p:cNvSpPr/>
          <p:nvPr/>
        </p:nvSpPr>
        <p:spPr>
          <a:xfrm rot="0" flipH="false" flipV="false">
            <a:off x="5554857" y="1646555"/>
            <a:ext cx="5590663" cy="4718050"/>
          </a:xfrm>
          <a:custGeom>
            <a:avLst/>
            <a:gdLst/>
            <a:ahLst/>
            <a:cxnLst/>
            <a:rect r="r" b="b" t="t" l="l"/>
            <a:pathLst>
              <a:path h="4718050" w="5590663">
                <a:moveTo>
                  <a:pt x="5590663" y="216003"/>
                </a:moveTo>
                <a:lnTo>
                  <a:pt x="5590663" y="4502047"/>
                </a:lnTo>
                <a:cubicBezTo>
                  <a:pt x="5590663" y="4621280"/>
                  <a:pt x="5506346" y="4718050"/>
                  <a:pt x="5402457" y="4718050"/>
                </a:cubicBezTo>
                <a:lnTo>
                  <a:pt x="1243943" y="4718050"/>
                </a:lnTo>
                <a:cubicBezTo>
                  <a:pt x="1159227" y="4718050"/>
                  <a:pt x="1085018" y="4653183"/>
                  <a:pt x="1062505" y="4559450"/>
                </a:cubicBezTo>
                <a:lnTo>
                  <a:pt x="33033" y="273407"/>
                </a:lnTo>
                <a:cubicBezTo>
                  <a:pt x="0" y="135884"/>
                  <a:pt x="90175" y="0"/>
                  <a:pt x="214471" y="0"/>
                </a:cubicBezTo>
                <a:lnTo>
                  <a:pt x="5402457" y="0"/>
                </a:lnTo>
                <a:cubicBezTo>
                  <a:pt x="5506346" y="0"/>
                  <a:pt x="5590663" y="96770"/>
                  <a:pt x="5590663" y="216003"/>
                </a:cubicBezTo>
              </a:path>
            </a:pathLst>
          </a:custGeom>
          <a:solidFill>
            <a:srgbClr val="FFFFFF">
              <a:alpha val="100000"/>
            </a:srgbClr>
          </a:solidFill>
          <a:ln w="12700" cap="flat">
            <a:noFill/>
            <a:prstDash val="solid"/>
          </a:ln>
          <a:effectLst>
            <a:outerShdw dir="2700000" dist="114300" blurRad="241300" algn="tl" rotWithShape="false">
              <a:srgbClr val="1F4E79">
                <a:alpha val="13000"/>
              </a:srgbClr>
            </a:outerShdw>
            <a:reflection stA="52000" dist="0" endPos="21000" algn="bl" blurRad="6350" dir="5400000" rotWithShape="false" endA="300" sy="-100000"/>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5" id="5"/>
          <p:cNvSpPr/>
          <p:nvPr/>
        </p:nvSpPr>
        <p:spPr>
          <a:xfrm rot="0" flipH="false" flipV="false">
            <a:off x="5554857" y="1646555"/>
            <a:ext cx="5590663" cy="788670"/>
          </a:xfrm>
          <a:custGeom>
            <a:avLst/>
            <a:gdLst/>
            <a:ahLst/>
            <a:cxnLst/>
            <a:rect r="r" b="b" t="t" l="l"/>
            <a:pathLst>
              <a:path h="788670" w="5590663">
                <a:moveTo>
                  <a:pt x="214471" y="0"/>
                </a:moveTo>
                <a:lnTo>
                  <a:pt x="5402457" y="0"/>
                </a:lnTo>
                <a:cubicBezTo>
                  <a:pt x="5506346" y="0"/>
                  <a:pt x="5590663" y="96756"/>
                  <a:pt x="5590663" y="215975"/>
                </a:cubicBezTo>
                <a:lnTo>
                  <a:pt x="5590663" y="788670"/>
                </a:lnTo>
                <a:lnTo>
                  <a:pt x="156819" y="788670"/>
                </a:lnTo>
                <a:lnTo>
                  <a:pt x="33033" y="273371"/>
                </a:lnTo>
                <a:cubicBezTo>
                  <a:pt x="0" y="135866"/>
                  <a:pt x="90175" y="0"/>
                  <a:pt x="214471" y="0"/>
                </a:cubicBezTo>
                <a:close/>
              </a:path>
            </a:pathLst>
          </a:custGeom>
          <a:solidFill>
            <a:srgbClr val="6F34A7">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6" id="6"/>
          <p:cNvSpPr/>
          <p:nvPr/>
        </p:nvSpPr>
        <p:spPr>
          <a:xfrm rot="0" flipH="false" flipV="false">
            <a:off x="2414270" y="1666875"/>
            <a:ext cx="2458720" cy="788035"/>
          </a:xfrm>
          <a:prstGeom prst="rect">
            <a:avLst/>
          </a:prstGeom>
          <a:noFill/>
          <a:ln w="12700">
            <a:noFill/>
            <a:prstDash val="solid"/>
          </a:ln>
        </p:spPr>
        <p:txBody>
          <a:bodyPr anchor="t" rtlCol="false" wrap="square" lIns="91440" rIns="91440" tIns="45720" bIns="45720">
            <a:noAutofit/>
          </a:bodyPr>
          <a:lstStyle/>
          <a:p>
            <a:pPr algn="l" marL="0" indent="0">
              <a:lnSpc>
                <a:spcPct val="150000"/>
              </a:lnSpc>
              <a:defRPr/>
            </a:pPr>
            <a:r>
              <a:rPr lang="en-US" b="true" i="false" strike="noStrike" u="none" sz="2400">
                <a:solidFill>
                  <a:srgbClr val="FFFFFF"/>
                </a:solidFill>
                <a:latin typeface="Microsoft YaHei Bold"/>
                <a:ea typeface="Microsoft YaHei Bold"/>
                <a:cs typeface="Microsoft YaHei Bold"/>
                <a:sym typeface="Microsoft YaHei Bold"/>
              </a:rPr>
              <a:t>医联体核心定义</a:t>
            </a:r>
            <a:endParaRPr lang="en-US" sz="1100"/>
          </a:p>
        </p:txBody>
      </p:sp>
      <p:sp>
        <p:nvSpPr>
          <p:cNvPr name="AutoShape 7" id="7"/>
          <p:cNvSpPr/>
          <p:nvPr/>
        </p:nvSpPr>
        <p:spPr>
          <a:xfrm rot="0" flipH="false" flipV="false">
            <a:off x="7132320" y="1829753"/>
            <a:ext cx="3130550" cy="46037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2400">
                <a:solidFill>
                  <a:srgbClr val="FFFFFF"/>
                </a:solidFill>
                <a:latin typeface="Microsoft YaHei Bold"/>
                <a:ea typeface="Microsoft YaHei Bold"/>
                <a:cs typeface="Microsoft YaHei Bold"/>
                <a:sym typeface="Microsoft YaHei Bold"/>
              </a:rPr>
              <a:t>医联体建设目标</a:t>
            </a:r>
            <a:endParaRPr lang="en-US" sz="1100"/>
          </a:p>
        </p:txBody>
      </p:sp>
      <p:sp>
        <p:nvSpPr>
          <p:cNvPr name="AutoShape 8" id="8"/>
          <p:cNvSpPr/>
          <p:nvPr/>
        </p:nvSpPr>
        <p:spPr>
          <a:xfrm rot="0" flipH="false" flipV="false">
            <a:off x="1564640" y="2751455"/>
            <a:ext cx="3923030" cy="810260"/>
          </a:xfrm>
          <a:prstGeom prst="rect">
            <a:avLst/>
          </a:prstGeom>
          <a:noFill/>
          <a:ln w="12700">
            <a:noFill/>
            <a:prstDash val="solid"/>
          </a:ln>
        </p:spPr>
        <p:txBody>
          <a:bodyPr anchor="t" rtlCol="false" wrap="square" lIns="91440" rIns="91440" tIns="45720" bIns="45720">
            <a:spAutoFit/>
          </a:bodyPr>
          <a:lstStyle/>
          <a:p>
            <a:pPr algn="l" marL="0" indent="0">
              <a:lnSpc>
                <a:spcPct val="133333"/>
              </a:lnSpc>
              <a:defRPr/>
            </a:pPr>
            <a:r>
              <a:rPr lang="en-US" b="false" i="false" strike="noStrike" u="none" sz="1800">
                <a:solidFill>
                  <a:srgbClr val="000000">
                    <a:alpha val="70196"/>
                  </a:srgbClr>
                </a:solidFill>
                <a:latin typeface="微软雅黑"/>
                <a:ea typeface="微软雅黑"/>
                <a:cs typeface="微软雅黑"/>
                <a:sym typeface="微软雅黑"/>
              </a:rPr>
              <a:t>由董家鸿院士领衔，以</a:t>
            </a:r>
            <a:r>
              <a:rPr lang="en-US" b="true" i="false" strike="noStrike" u="none" sz="1800">
                <a:solidFill>
                  <a:srgbClr val="5562E3"/>
                </a:solidFill>
                <a:latin typeface="Microsoft YaHei Bold"/>
                <a:ea typeface="Microsoft YaHei Bold"/>
                <a:cs typeface="Microsoft YaHei Bold"/>
                <a:sym typeface="Microsoft YaHei Bold"/>
              </a:rPr>
              <a:t>AI肝胆超级医生智能体为核心</a:t>
            </a:r>
            <a:endParaRPr lang="en-US" sz="1100"/>
          </a:p>
        </p:txBody>
      </p:sp>
      <p:sp>
        <p:nvSpPr>
          <p:cNvPr name="AutoShape 9" id="9"/>
          <p:cNvSpPr/>
          <p:nvPr/>
        </p:nvSpPr>
        <p:spPr>
          <a:xfrm rot="0" flipH="false" flipV="false">
            <a:off x="6730365" y="2776220"/>
            <a:ext cx="3835400" cy="2861310"/>
          </a:xfrm>
          <a:prstGeom prst="rect">
            <a:avLst/>
          </a:prstGeom>
          <a:noFill/>
          <a:ln w="12700">
            <a:noFill/>
            <a:prstDash val="solid"/>
          </a:ln>
        </p:spPr>
        <p:txBody>
          <a:bodyPr anchor="t" rtlCol="false" wrap="square" lIns="91440" rIns="91440" tIns="45720" bIns="45720">
            <a:spAutoFit/>
          </a:bodyPr>
          <a:lstStyle/>
          <a:p>
            <a:pPr algn="just" indent="-228600" marL="228600">
              <a:lnSpc>
                <a:spcPct val="150000"/>
              </a:lnSpc>
              <a:buClr>
                <a:srgbClr val="000000"/>
              </a:buClr>
              <a:buFont typeface="Arial"/>
              <a:buChar char="•"/>
              <a:defRPr/>
            </a:pPr>
            <a:r>
              <a:rPr lang="en-US" b="true" i="false" strike="noStrike" u="none" sz="1800">
                <a:solidFill>
                  <a:srgbClr val="000000">
                    <a:alpha val="70196"/>
                  </a:srgbClr>
                </a:solidFill>
                <a:latin typeface="Microsoft YaHei Bold"/>
                <a:ea typeface="Microsoft YaHei Bold"/>
                <a:cs typeface="Microsoft YaHei Bold"/>
                <a:sym typeface="Microsoft YaHei Bold"/>
              </a:rPr>
              <a:t>全球标杆：</a:t>
            </a:r>
            <a:r>
              <a:rPr lang="en-US" b="false" i="false" strike="noStrike" u="none" sz="1800">
                <a:solidFill>
                  <a:srgbClr val="000000">
                    <a:alpha val="70196"/>
                  </a:srgbClr>
                </a:solidFill>
                <a:latin typeface="微软雅黑"/>
                <a:ea typeface="微软雅黑"/>
                <a:cs typeface="微软雅黑"/>
                <a:sym typeface="微软雅黑"/>
              </a:rPr>
              <a:t>首个AI驱动肝胆专科医联体，树立国际标准。</a:t>
            </a:r>
            <a:endParaRPr lang="en-US" sz="1100"/>
          </a:p>
          <a:p>
            <a:pPr algn="just" indent="-228600" marL="228600">
              <a:lnSpc>
                <a:spcPct val="150000"/>
              </a:lnSpc>
              <a:buClr>
                <a:srgbClr val="000000"/>
              </a:buClr>
              <a:buFont typeface="Arial"/>
              <a:buChar char="•"/>
            </a:pPr>
            <a:r>
              <a:rPr lang="en-US" b="true" i="false" strike="noStrike" u="none" sz="1800">
                <a:solidFill>
                  <a:srgbClr val="000000">
                    <a:alpha val="70196"/>
                  </a:srgbClr>
                </a:solidFill>
                <a:latin typeface="Microsoft YaHei Bold"/>
                <a:ea typeface="Microsoft YaHei Bold"/>
                <a:cs typeface="Microsoft YaHei Bold"/>
                <a:sym typeface="Microsoft YaHei Bold"/>
              </a:rPr>
              <a:t>规模网络：</a:t>
            </a:r>
            <a:r>
              <a:rPr lang="en-US" b="false" i="false" strike="noStrike" u="none" sz="1800">
                <a:solidFill>
                  <a:srgbClr val="000000">
                    <a:alpha val="70196"/>
                  </a:srgbClr>
                </a:solidFill>
                <a:latin typeface="微软雅黑"/>
                <a:ea typeface="微软雅黑"/>
                <a:cs typeface="微软雅黑"/>
                <a:sym typeface="微软雅黑"/>
              </a:rPr>
              <a:t>覆盖100家医院标准化服务体系。</a:t>
            </a:r>
          </a:p>
          <a:p>
            <a:pPr algn="just" indent="-228600" marL="228600">
              <a:lnSpc>
                <a:spcPct val="150000"/>
              </a:lnSpc>
              <a:buClr>
                <a:srgbClr val="000000"/>
              </a:buClr>
              <a:buFont typeface="Arial"/>
              <a:buChar char="•"/>
            </a:pPr>
            <a:r>
              <a:rPr lang="en-US" b="true" i="false" strike="noStrike" u="none" sz="1800">
                <a:solidFill>
                  <a:srgbClr val="000000">
                    <a:alpha val="70196"/>
                  </a:srgbClr>
                </a:solidFill>
                <a:latin typeface="Microsoft YaHei Bold"/>
                <a:ea typeface="Microsoft YaHei Bold"/>
                <a:cs typeface="Microsoft YaHei Bold"/>
                <a:sym typeface="Microsoft YaHei Bold"/>
              </a:rPr>
              <a:t>可复制范本：</a:t>
            </a:r>
            <a:r>
              <a:rPr lang="en-US" b="false" i="false" strike="noStrike" u="none" sz="1800">
                <a:solidFill>
                  <a:srgbClr val="000000">
                    <a:alpha val="70196"/>
                  </a:srgbClr>
                </a:solidFill>
                <a:latin typeface="微软雅黑"/>
                <a:ea typeface="微软雅黑"/>
                <a:cs typeface="微软雅黑"/>
                <a:sym typeface="微软雅黑"/>
              </a:rPr>
              <a:t>形成"三可"运营模式（可复制、可落地、可管控）。</a:t>
            </a:r>
          </a:p>
          <a:p>
            <a:pPr algn="just" marL="0" indent="0">
              <a:lnSpc>
                <a:spcPct val="100000"/>
              </a:lnSpc>
            </a:pPr>
            <a:r>
              <a:rPr lang="en-US" b="false" i="false" strike="noStrike" u="none" sz="1800">
                <a:solidFill>
                  <a:srgbClr val="000000"/>
                </a:solidFill>
                <a:latin typeface="Calibri"/>
                <a:ea typeface="Calibri"/>
                <a:cs typeface="Calibri"/>
                <a:sym typeface="Calibri"/>
              </a:rPr>
              <a:t> </a:t>
            </a:r>
          </a:p>
        </p:txBody>
      </p:sp>
      <p:pic>
        <p:nvPicPr>
          <p:cNvPr name="Picture 10" id="10"/>
          <p:cNvPicPr>
            <a:picLocks noChangeAspect="true"/>
          </p:cNvPicPr>
          <p:nvPr/>
        </p:nvPicPr>
        <p:blipFill>
          <a:blip r:embed="rId2"/>
          <a:srcRect l="0" r="0" t="0" b="0"/>
          <a:stretch>
            <a:fillRect/>
          </a:stretch>
        </p:blipFill>
        <p:spPr>
          <a:xfrm rot="0" flipH="false" flipV="false">
            <a:off x="6730365" y="1760220"/>
            <a:ext cx="644525" cy="644525"/>
          </a:xfrm>
          <a:prstGeom prst="rect">
            <a:avLst/>
          </a:prstGeom>
          <a:ln w="12700">
            <a:noFill/>
            <a:prstDash val="solid"/>
          </a:ln>
        </p:spPr>
      </p:pic>
      <p:pic>
        <p:nvPicPr>
          <p:cNvPr name="Picture 11" id="11"/>
          <p:cNvPicPr>
            <a:picLocks noChangeAspect="true"/>
          </p:cNvPicPr>
          <p:nvPr/>
        </p:nvPicPr>
        <p:blipFill>
          <a:blip r:embed="rId3"/>
          <a:srcRect l="0" r="0" t="0" b="0"/>
          <a:stretch>
            <a:fillRect/>
          </a:stretch>
        </p:blipFill>
        <p:spPr>
          <a:xfrm rot="0" flipH="false" flipV="false">
            <a:off x="1753870" y="1809750"/>
            <a:ext cx="516255" cy="516255"/>
          </a:xfrm>
          <a:prstGeom prst="rect">
            <a:avLst/>
          </a:prstGeom>
          <a:ln w="12700">
            <a:noFill/>
            <a:prstDash val="solid"/>
          </a:ln>
        </p:spPr>
      </p:pic>
      <p:sp>
        <p:nvSpPr>
          <p:cNvPr name="AutoShape 12" id="12"/>
          <p:cNvSpPr/>
          <p:nvPr/>
        </p:nvSpPr>
        <p:spPr>
          <a:xfrm rot="0" flipH="false" flipV="false">
            <a:off x="1564640" y="3615055"/>
            <a:ext cx="4064000" cy="2166620"/>
          </a:xfrm>
          <a:prstGeom prst="rect">
            <a:avLst/>
          </a:prstGeom>
          <a:noFill/>
          <a:ln w="12700">
            <a:noFill/>
            <a:prstDash val="solid"/>
          </a:ln>
        </p:spPr>
        <p:txBody>
          <a:bodyPr anchor="t" rtlCol="false" wrap="square" lIns="91440" rIns="91440" tIns="45720" bIns="45720">
            <a:spAutoFit/>
          </a:bodyPr>
          <a:lstStyle/>
          <a:p>
            <a:pPr algn="l" marL="0" indent="0">
              <a:lnSpc>
                <a:spcPct val="133333"/>
              </a:lnSpc>
              <a:defRPr/>
            </a:pPr>
            <a:r>
              <a:rPr lang="en-US" b="true" i="false" strike="noStrike" u="none" sz="1800">
                <a:solidFill>
                  <a:srgbClr val="000000">
                    <a:alpha val="70196"/>
                  </a:srgbClr>
                </a:solidFill>
                <a:latin typeface="Microsoft YaHei Bold"/>
                <a:ea typeface="Microsoft YaHei Bold"/>
                <a:cs typeface="Microsoft YaHei Bold"/>
                <a:sym typeface="Microsoft YaHei Bold"/>
              </a:rPr>
              <a:t>目标：</a:t>
            </a:r>
            <a:r>
              <a:rPr lang="en-US" b="false" i="false" strike="noStrike" u="none" sz="1800">
                <a:solidFill>
                  <a:srgbClr val="000000">
                    <a:alpha val="70196"/>
                  </a:srgbClr>
                </a:solidFill>
                <a:latin typeface="微软雅黑"/>
                <a:ea typeface="微软雅黑"/>
                <a:cs typeface="微软雅黑"/>
                <a:sym typeface="微软雅黑"/>
              </a:rPr>
              <a:t>打造2000名肝胆专家级诊疗网络，AI赋能分诊、转诊和诊疗决策。</a:t>
            </a:r>
            <a:endParaRPr lang="en-US" sz="1100"/>
          </a:p>
          <a:p>
            <a:pPr algn="l" marL="0" indent="0">
              <a:lnSpc>
                <a:spcPct val="133333"/>
              </a:lnSpc>
            </a:pPr>
            <a:r>
              <a:rPr lang="en-US" b="true" i="false" strike="noStrike" u="none" sz="1800">
                <a:solidFill>
                  <a:srgbClr val="000000">
                    <a:alpha val="70196"/>
                  </a:srgbClr>
                </a:solidFill>
                <a:latin typeface="Microsoft YaHei Bold"/>
                <a:ea typeface="Microsoft YaHei Bold"/>
                <a:cs typeface="Microsoft YaHei Bold"/>
                <a:sym typeface="Microsoft YaHei Bold"/>
              </a:rPr>
              <a:t>规模：</a:t>
            </a:r>
            <a:r>
              <a:rPr lang="en-US" b="false" i="false" strike="noStrike" u="none" sz="1800">
                <a:solidFill>
                  <a:srgbClr val="000000">
                    <a:alpha val="70196"/>
                  </a:srgbClr>
                </a:solidFill>
                <a:latin typeface="微软雅黑"/>
                <a:ea typeface="微软雅黑"/>
                <a:cs typeface="微软雅黑"/>
                <a:sym typeface="微软雅黑"/>
              </a:rPr>
              <a:t>100家医联体网络推广，将AI肝胆智能体和智慧诊室等落地医联体医疗机构，形成AI赋能互联互通模式。</a:t>
            </a:r>
          </a:p>
          <a:p>
            <a:pPr algn="l" marL="0" indent="0">
              <a:lnSpc>
                <a:spcPct val="100000"/>
              </a:lnSpc>
            </a:pPr>
            <a:r>
              <a:rPr lang="en-US" b="false" i="false" strike="noStrike" u="none" sz="1800">
                <a:solidFill>
                  <a:srgbClr val="000000"/>
                </a:solidFill>
                <a:latin typeface="Calibri"/>
                <a:ea typeface="Calibri"/>
                <a:cs typeface="Calibri"/>
                <a:sym typeface="Calibri"/>
              </a:rPr>
              <a:t> </a:t>
            </a:r>
          </a:p>
        </p:txBody>
      </p:sp>
      <p:sp>
        <p:nvSpPr>
          <p:cNvPr name="AutoShape 13" id="13"/>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sp>
        <p:nvSpPr>
          <p:cNvPr name="AutoShape 14" id="14"/>
          <p:cNvSpPr/>
          <p:nvPr>
            <p:ph idx="4294967295" type="body" sz="quarter" hasCustomPrompt="true"/>
          </p:nvPr>
        </p:nvSpPr>
        <p:spPr>
          <a:xfrm rot="0" flipH="false" flipV="false">
            <a:off x="304692" y="85777"/>
            <a:ext cx="7651198" cy="558979"/>
          </a:xfrm>
          <a:prstGeom prst="rect">
            <a:avLst/>
          </a:prstGeom>
          <a:noFill/>
          <a:ln w="12700">
            <a:noFill/>
            <a:prstDash val="solid"/>
          </a:ln>
        </p:spPr>
        <p:txBody>
          <a:bodyPr anchor="ctr" wrap="square" lIns="91440" rIns="91440" tIns="45720" bIns="45720">
            <a:normAutofit lnSpcReduction="0"/>
          </a:bodyPr>
          <a:lstStyle>
            <a:lvl1pPr algn="l">
              <a:lnSpc>
                <a:spcPct val="91666"/>
              </a:lnSpc>
              <a:defRPr sz="2601" b="true" i="false" u="none" strike="noStrike" spc="0">
                <a:solidFill>
                  <a:srgbClr val="FFFFFF">
                    <a:alpha val="100000"/>
                  </a:srgbClr>
                </a:solidFill>
                <a:latin typeface="微软雅黑"/>
              </a:defRPr>
            </a:lvl1pPr>
          </a:lstStyle>
          <a:p>
            <a:pPr algn="l" marL="0" indent="0">
              <a:lnSpc>
                <a:spcPct val="91666"/>
              </a:lnSpc>
            </a:pPr>
            <a:r>
              <a:rPr lang="en-US" b="true" i="false" strike="noStrike" u="none" sz="2601">
                <a:solidFill>
                  <a:srgbClr val="FFFFFF"/>
                </a:solidFill>
                <a:latin typeface="微软雅黑"/>
                <a:ea typeface="微软雅黑"/>
                <a:cs typeface="微软雅黑"/>
                <a:sym typeface="微软雅黑"/>
              </a:rPr>
              <a:t>输入修改文字</a:t>
            </a:r>
          </a:p>
        </p:txBody>
      </p:sp>
      <p:pic>
        <p:nvPicPr>
          <p:cNvPr name="Picture 15" id="15"/>
          <p:cNvPicPr>
            <a:picLocks noChangeAspect="true"/>
          </p:cNvPicPr>
          <p:nvPr/>
        </p:nvPicPr>
        <p:blipFill>
          <a:blip r:embed="rId4"/>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r="0" t="51746" b="22076"/>
          <a:stretch>
            <a:fillRect/>
          </a:stretch>
        </p:blipFill>
        <p:spPr>
          <a:xfrm rot="0" flipH="false" flipV="false">
            <a:off x="635" y="-65405"/>
            <a:ext cx="12267565" cy="2136775"/>
          </a:xfrm>
          <a:prstGeom prst="rect">
            <a:avLst/>
          </a:prstGeom>
          <a:ln w="12700">
            <a:noFill/>
            <a:prstDash val="solid"/>
          </a:ln>
        </p:spPr>
      </p:pic>
      <p:pic>
        <p:nvPicPr>
          <p:cNvPr name="Picture 3" id="3"/>
          <p:cNvPicPr>
            <a:picLocks noChangeAspect="true"/>
          </p:cNvPicPr>
          <p:nvPr/>
        </p:nvPicPr>
        <p:blipFill>
          <a:blip r:embed="rId2">
            <a:alphaModFix amt="0"/>
          </a:blip>
          <a:srcRect l="0" r="0" t="51746" b="22077"/>
          <a:stretch>
            <a:fillRect/>
          </a:stretch>
        </p:blipFill>
        <p:spPr>
          <a:xfrm rot="0" flipH="false" flipV="false">
            <a:off x="635" y="-67310"/>
            <a:ext cx="12267565" cy="2136775"/>
          </a:xfrm>
          <a:prstGeom prst="rect">
            <a:avLst/>
          </a:prstGeom>
          <a:gradFill rotWithShape="true">
            <a:gsLst>
              <a:gs pos="0">
                <a:srgbClr val="F7FAFD">
                  <a:alpha val="0"/>
                </a:srgbClr>
              </a:gs>
              <a:gs pos="46000">
                <a:srgbClr val="7030A0">
                  <a:alpha val="0"/>
                </a:srgbClr>
              </a:gs>
              <a:gs pos="100000">
                <a:srgbClr val="7030A0">
                  <a:alpha val="0"/>
                </a:srgbClr>
              </a:gs>
            </a:gsLst>
            <a:lin ang="10800000"/>
          </a:gradFill>
          <a:ln w="12700">
            <a:noFill/>
            <a:prstDash val="solid"/>
          </a:ln>
        </p:spPr>
      </p:pic>
      <p:sp>
        <p:nvSpPr>
          <p:cNvPr name="AutoShape 4" id="4"/>
          <p:cNvSpPr/>
          <p:nvPr/>
        </p:nvSpPr>
        <p:spPr>
          <a:xfrm rot="0" flipH="false" flipV="false">
            <a:off x="4838007" y="3064568"/>
            <a:ext cx="2408036" cy="2408036"/>
          </a:xfrm>
          <a:prstGeom prst="arc">
            <a:avLst>
              <a:gd name="adj1" fmla="val 6548729"/>
              <a:gd name="adj2" fmla="val 4221520"/>
            </a:avLst>
          </a:prstGeom>
          <a:noFill/>
          <a:ln w="12700" cap="flat">
            <a:solidFill>
              <a:srgbClr val="512B66">
                <a:alpha val="100000"/>
              </a:srgbClr>
            </a:solid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5" id="5"/>
          <p:cNvSpPr/>
          <p:nvPr/>
        </p:nvSpPr>
        <p:spPr>
          <a:xfrm rot="0" flipH="false" flipV="false">
            <a:off x="4536621" y="2763182"/>
            <a:ext cx="3010808" cy="3010808"/>
          </a:xfrm>
          <a:prstGeom prst="donut">
            <a:avLst>
              <a:gd name="adj" fmla="val 5770"/>
            </a:avLst>
          </a:prstGeom>
          <a:gradFill rotWithShape="true">
            <a:gsLst>
              <a:gs pos="0">
                <a:srgbClr val="7030A0">
                  <a:alpha val="100000"/>
                </a:srgbClr>
              </a:gs>
              <a:gs pos="77999">
                <a:srgbClr val="7030A0">
                  <a:alpha val="100000"/>
                </a:srgbClr>
              </a:gs>
            </a:gsLst>
            <a:lin ang="2700000"/>
          </a:gradFill>
          <a:ln w="12700" cap="flat">
            <a:gradFill rotWithShape="true">
              <a:gsLst>
                <a:gs pos="43000">
                  <a:srgbClr val="5B9BD5">
                    <a:alpha val="0"/>
                  </a:srgbClr>
                </a:gs>
                <a:gs pos="95999">
                  <a:srgbClr val="5B9BD5">
                    <a:alpha val="100000"/>
                  </a:srgbClr>
                </a:gs>
              </a:gsLst>
              <a:lin ang="5400000"/>
            </a:gradFill>
            <a:prstDash val="solid"/>
          </a:ln>
        </p:spPr>
        <p:txBody>
          <a:bodyPr anchor="ctr" rtlCol="false" vert="horz" wrap="square" lIns="22006" rIns="22006" tIns="11003" bIns="11003">
            <a:noAutofit/>
          </a:bodyPr>
          <a:lstStyle/>
          <a:p>
            <a:pPr algn="ctr" marL="0" indent="0">
              <a:lnSpc>
                <a:spcPct val="100000"/>
              </a:lnSpc>
              <a:defRPr/>
            </a:pPr>
            <a:r>
              <a:rPr lang="en-US" b="false" i="false" strike="noStrike" u="none" sz="1400">
                <a:solidFill>
                  <a:srgbClr val="FFFFFF"/>
                </a:solidFill>
                <a:latin typeface="Calibri"/>
                <a:ea typeface="Calibri"/>
                <a:cs typeface="Calibri"/>
                <a:sym typeface="Calibri"/>
              </a:rPr>
              <a:t> </a:t>
            </a:r>
            <a:endParaRPr lang="en-US" sz="1100"/>
          </a:p>
        </p:txBody>
      </p:sp>
      <p:sp>
        <p:nvSpPr>
          <p:cNvPr name="AutoShape 6" id="6"/>
          <p:cNvSpPr/>
          <p:nvPr/>
        </p:nvSpPr>
        <p:spPr>
          <a:xfrm rot="0" flipH="false" flipV="false">
            <a:off x="4630037" y="2868067"/>
            <a:ext cx="710283" cy="710283"/>
          </a:xfrm>
          <a:prstGeom prst="ellipse">
            <a:avLst/>
          </a:prstGeom>
          <a:gradFill rotWithShape="true">
            <a:gsLst>
              <a:gs pos="0">
                <a:srgbClr val="FFFFFF">
                  <a:alpha val="100000"/>
                </a:srgbClr>
              </a:gs>
              <a:gs pos="100000">
                <a:srgbClr val="F2F2F2">
                  <a:alpha val="100000"/>
                </a:srgbClr>
              </a:gs>
            </a:gsLst>
            <a:lin ang="2700000"/>
          </a:gradFill>
          <a:ln w="12700" cap="flat">
            <a:gradFill rotWithShape="true">
              <a:gsLst>
                <a:gs pos="0">
                  <a:srgbClr val="A5A5A5">
                    <a:alpha val="20000"/>
                  </a:srgbClr>
                </a:gs>
                <a:gs pos="100000">
                  <a:srgbClr val="ED7D31">
                    <a:alpha val="0"/>
                  </a:srgbClr>
                </a:gs>
              </a:gsLst>
              <a:lin ang="2700000"/>
            </a:gradFill>
            <a:prstDash val="solid"/>
          </a:ln>
          <a:effectLst>
            <a:outerShdw dir="2700000" dist="190500" blurRad="317500" algn="tl" sx="98000" sy="98000" rotWithShape="false">
              <a:srgbClr val="F4B183">
                <a:alpha val="25000"/>
              </a:srgbClr>
            </a:outerShdw>
          </a:effectLst>
        </p:spPr>
        <p:txBody>
          <a:bodyPr anchor="ctr" rtlCol="false" wrap="square" lIns="122530" rIns="122530" tIns="61265" bIns="61265">
            <a:noAutofit/>
          </a:bodyPr>
          <a:lstStyle/>
          <a:p>
            <a:pPr algn="ctr" marL="0" indent="0">
              <a:lnSpc>
                <a:spcPct val="100000"/>
              </a:lnSpc>
              <a:defRPr/>
            </a:pPr>
            <a:r>
              <a:rPr lang="en-US" b="false" i="false" strike="noStrike" u="none" sz="2400">
                <a:solidFill>
                  <a:srgbClr val="FFFFFF"/>
                </a:solidFill>
                <a:latin typeface="Calibri"/>
                <a:ea typeface="Calibri"/>
                <a:cs typeface="Calibri"/>
                <a:sym typeface="Calibri"/>
              </a:rPr>
              <a:t> </a:t>
            </a:r>
            <a:endParaRPr lang="en-US" sz="1100"/>
          </a:p>
        </p:txBody>
      </p:sp>
      <p:sp>
        <p:nvSpPr>
          <p:cNvPr name="AutoShape 7" id="7"/>
          <p:cNvSpPr/>
          <p:nvPr/>
        </p:nvSpPr>
        <p:spPr>
          <a:xfrm rot="0" flipH="false" flipV="false">
            <a:off x="1252855" y="3178175"/>
            <a:ext cx="3138170" cy="995045"/>
          </a:xfrm>
          <a:prstGeom prst="rect">
            <a:avLst/>
          </a:prstGeom>
          <a:noFill/>
          <a:ln w="12700">
            <a:noFill/>
            <a:prstDash val="solid"/>
          </a:ln>
        </p:spPr>
        <p:txBody>
          <a:bodyPr anchor="t" rtlCol="false" wrap="square" lIns="91440" rIns="91440" tIns="45720" bIns="45720">
            <a:spAutoFit/>
          </a:bodyPr>
          <a:lstStyle/>
          <a:p>
            <a:pPr algn="r" marL="0" indent="0">
              <a:lnSpc>
                <a:spcPct val="141666"/>
              </a:lnSpc>
              <a:defRPr/>
            </a:pPr>
            <a:r>
              <a:rPr lang="en-US" b="false" i="false" strike="noStrike" u="none" sz="1400">
                <a:solidFill>
                  <a:srgbClr val="000000"/>
                </a:solidFill>
                <a:latin typeface="微软雅黑"/>
                <a:ea typeface="微软雅黑"/>
                <a:cs typeface="微软雅黑"/>
                <a:sym typeface="微软雅黑"/>
              </a:rPr>
              <a:t>在这里输入你的正文阐述与关键词标题相关的具体内容</a:t>
            </a:r>
            <a:endParaRPr lang="en-US" sz="1100"/>
          </a:p>
          <a:p>
            <a:pPr algn="r" marL="0" indent="0">
              <a:lnSpc>
                <a:spcPct val="141666"/>
              </a:lnSpc>
            </a:pPr>
            <a:r>
              <a:rPr lang="en-US" b="false" i="false" strike="noStrike" u="none" sz="1400">
                <a:solidFill>
                  <a:srgbClr val="000000"/>
                </a:solidFill>
                <a:latin typeface="Calibri"/>
                <a:ea typeface="Calibri"/>
                <a:cs typeface="Calibri"/>
                <a:sym typeface="Calibri"/>
              </a:rPr>
              <a:t> </a:t>
            </a:r>
          </a:p>
        </p:txBody>
      </p:sp>
      <p:sp>
        <p:nvSpPr>
          <p:cNvPr name="AutoShape 8" id="8"/>
          <p:cNvSpPr/>
          <p:nvPr/>
        </p:nvSpPr>
        <p:spPr>
          <a:xfrm rot="0" flipH="false" flipV="false">
            <a:off x="3092703" y="2623451"/>
            <a:ext cx="1377571" cy="616169"/>
          </a:xfrm>
          <a:prstGeom prst="rect">
            <a:avLst/>
          </a:prstGeom>
          <a:noFill/>
          <a:ln w="12700">
            <a:noFill/>
            <a:prstDash val="solid"/>
          </a:ln>
        </p:spPr>
        <p:txBody>
          <a:bodyPr anchor="t" rtlCol="false" wrap="none" lIns="122530" rIns="122530" tIns="61265" bIns="61265">
            <a:spAutoFit/>
          </a:bodyPr>
          <a:lstStyle/>
          <a:p>
            <a:pPr algn="ctr" marL="0" indent="0">
              <a:lnSpc>
                <a:spcPct val="100000"/>
              </a:lnSpc>
              <a:defRPr/>
            </a:pPr>
            <a:r>
              <a:rPr lang="en-US" b="true" i="false" strike="noStrike" u="none" sz="3200">
                <a:solidFill>
                  <a:srgbClr val="7030A0"/>
                </a:solidFill>
                <a:latin typeface="微软雅黑"/>
                <a:ea typeface="微软雅黑"/>
                <a:cs typeface="微软雅黑"/>
                <a:sym typeface="微软雅黑"/>
              </a:rPr>
              <a:t>项目A</a:t>
            </a:r>
            <a:endParaRPr lang="en-US" sz="1100"/>
          </a:p>
        </p:txBody>
      </p:sp>
      <p:sp>
        <p:nvSpPr>
          <p:cNvPr name="AutoShape 9" id="9"/>
          <p:cNvSpPr/>
          <p:nvPr/>
        </p:nvSpPr>
        <p:spPr>
          <a:xfrm rot="0" flipH="false" flipV="false">
            <a:off x="4630037" y="4905275"/>
            <a:ext cx="710283" cy="710283"/>
          </a:xfrm>
          <a:prstGeom prst="ellipse">
            <a:avLst/>
          </a:prstGeom>
          <a:gradFill rotWithShape="true">
            <a:gsLst>
              <a:gs pos="0">
                <a:srgbClr val="FFFFFF">
                  <a:alpha val="100000"/>
                </a:srgbClr>
              </a:gs>
              <a:gs pos="100000">
                <a:srgbClr val="F2F2F2">
                  <a:alpha val="100000"/>
                </a:srgbClr>
              </a:gs>
            </a:gsLst>
            <a:lin ang="2700000"/>
          </a:gradFill>
          <a:ln w="12700" cap="flat">
            <a:gradFill rotWithShape="true">
              <a:gsLst>
                <a:gs pos="0">
                  <a:srgbClr val="A5A5A5">
                    <a:alpha val="20000"/>
                  </a:srgbClr>
                </a:gs>
                <a:gs pos="100000">
                  <a:srgbClr val="ED7D31">
                    <a:alpha val="0"/>
                  </a:srgbClr>
                </a:gs>
              </a:gsLst>
              <a:lin ang="2700000"/>
            </a:gradFill>
            <a:prstDash val="solid"/>
          </a:ln>
          <a:effectLst>
            <a:outerShdw dir="2700000" dist="190500" blurRad="317500" algn="tl" sx="98000" sy="98000" rotWithShape="false">
              <a:srgbClr val="F4B183">
                <a:alpha val="25000"/>
              </a:srgbClr>
            </a:outerShdw>
          </a:effectLst>
        </p:spPr>
        <p:txBody>
          <a:bodyPr anchor="ctr" rtlCol="false" wrap="square" lIns="122530" rIns="122530" tIns="61265" bIns="61265">
            <a:noAutofit/>
          </a:bodyPr>
          <a:lstStyle/>
          <a:p>
            <a:pPr algn="ctr" marL="0" indent="0">
              <a:lnSpc>
                <a:spcPct val="100000"/>
              </a:lnSpc>
              <a:defRPr/>
            </a:pPr>
            <a:r>
              <a:rPr lang="en-US" b="false" i="false" strike="noStrike" u="none" sz="2400">
                <a:solidFill>
                  <a:srgbClr val="FFFFFF"/>
                </a:solidFill>
                <a:latin typeface="Calibri"/>
                <a:ea typeface="Calibri"/>
                <a:cs typeface="Calibri"/>
                <a:sym typeface="Calibri"/>
              </a:rPr>
              <a:t> </a:t>
            </a:r>
            <a:endParaRPr lang="en-US" sz="1100"/>
          </a:p>
        </p:txBody>
      </p:sp>
      <p:sp>
        <p:nvSpPr>
          <p:cNvPr name="AutoShape 10" id="10"/>
          <p:cNvSpPr/>
          <p:nvPr/>
        </p:nvSpPr>
        <p:spPr>
          <a:xfrm rot="0" flipH="false" flipV="false">
            <a:off x="1285240" y="5281930"/>
            <a:ext cx="3105785" cy="607695"/>
          </a:xfrm>
          <a:prstGeom prst="rect">
            <a:avLst/>
          </a:prstGeom>
          <a:noFill/>
          <a:ln w="12700">
            <a:noFill/>
            <a:prstDash val="solid"/>
          </a:ln>
        </p:spPr>
        <p:txBody>
          <a:bodyPr anchor="t" rtlCol="false" wrap="square" lIns="91440" rIns="91440" tIns="45720" bIns="45720">
            <a:spAutoFit/>
          </a:bodyPr>
          <a:lstStyle/>
          <a:p>
            <a:pPr algn="r" marL="0" indent="0">
              <a:lnSpc>
                <a:spcPct val="116666"/>
              </a:lnSpc>
              <a:defRPr/>
            </a:pPr>
            <a:r>
              <a:rPr lang="en-US" b="false" i="false" strike="noStrike" u="none" sz="1400">
                <a:solidFill>
                  <a:srgbClr val="000000"/>
                </a:solidFill>
                <a:latin typeface="微软雅黑"/>
                <a:ea typeface="微软雅黑"/>
                <a:cs typeface="微软雅黑"/>
                <a:sym typeface="微软雅黑"/>
              </a:rPr>
              <a:t>在这里输入你的正文阐述与关键词标题相关的具体内容</a:t>
            </a:r>
            <a:endParaRPr lang="en-US" sz="1100"/>
          </a:p>
        </p:txBody>
      </p:sp>
      <p:sp>
        <p:nvSpPr>
          <p:cNvPr name="AutoShape 11" id="11"/>
          <p:cNvSpPr/>
          <p:nvPr/>
        </p:nvSpPr>
        <p:spPr>
          <a:xfrm rot="0" flipH="false" flipV="false">
            <a:off x="3175257" y="4727230"/>
            <a:ext cx="1215667" cy="554614"/>
          </a:xfrm>
          <a:prstGeom prst="rect">
            <a:avLst/>
          </a:prstGeom>
          <a:noFill/>
          <a:ln w="12700">
            <a:noFill/>
            <a:prstDash val="solid"/>
          </a:ln>
        </p:spPr>
        <p:txBody>
          <a:bodyPr anchor="t" rtlCol="false" wrap="none" lIns="122530" rIns="122530" tIns="61265" bIns="61265">
            <a:spAutoFit/>
          </a:bodyPr>
          <a:lstStyle/>
          <a:p>
            <a:pPr algn="ctr" marL="0" indent="0">
              <a:lnSpc>
                <a:spcPct val="100000"/>
              </a:lnSpc>
              <a:defRPr/>
            </a:pPr>
            <a:r>
              <a:rPr lang="en-US" b="true" i="false" strike="noStrike" u="none" sz="3200">
                <a:solidFill>
                  <a:srgbClr val="7030A0"/>
                </a:solidFill>
                <a:latin typeface="微软雅黑"/>
                <a:ea typeface="微软雅黑"/>
                <a:cs typeface="微软雅黑"/>
                <a:sym typeface="微软雅黑"/>
              </a:rPr>
              <a:t>项目B</a:t>
            </a:r>
            <a:endParaRPr lang="en-US" sz="1100"/>
          </a:p>
        </p:txBody>
      </p:sp>
      <p:sp>
        <p:nvSpPr>
          <p:cNvPr name="AutoShape 12" id="12"/>
          <p:cNvSpPr/>
          <p:nvPr/>
        </p:nvSpPr>
        <p:spPr>
          <a:xfrm rot="10800000" flipH="false" flipV="true">
            <a:off x="6722128" y="2868067"/>
            <a:ext cx="710283" cy="710283"/>
          </a:xfrm>
          <a:prstGeom prst="ellipse">
            <a:avLst/>
          </a:prstGeom>
          <a:gradFill rotWithShape="true">
            <a:gsLst>
              <a:gs pos="0">
                <a:srgbClr val="FFFFFF">
                  <a:alpha val="100000"/>
                </a:srgbClr>
              </a:gs>
              <a:gs pos="100000">
                <a:srgbClr val="F2F2F2">
                  <a:alpha val="100000"/>
                </a:srgbClr>
              </a:gs>
            </a:gsLst>
            <a:lin ang="2700000"/>
          </a:gradFill>
          <a:ln w="12700" cap="flat">
            <a:gradFill rotWithShape="true">
              <a:gsLst>
                <a:gs pos="0">
                  <a:srgbClr val="A5A5A5">
                    <a:alpha val="20000"/>
                  </a:srgbClr>
                </a:gs>
                <a:gs pos="100000">
                  <a:srgbClr val="ED7D31">
                    <a:alpha val="0"/>
                  </a:srgbClr>
                </a:gs>
              </a:gsLst>
              <a:lin ang="2700000"/>
            </a:gradFill>
            <a:prstDash val="solid"/>
          </a:ln>
          <a:effectLst>
            <a:outerShdw dir="2700000" dist="190500" blurRad="317500" algn="tl" sx="98000" sy="98000" rotWithShape="false">
              <a:srgbClr val="F4B183">
                <a:alpha val="25000"/>
              </a:srgbClr>
            </a:outerShdw>
          </a:effectLst>
        </p:spPr>
        <p:txBody>
          <a:bodyPr anchor="ctr" rtlCol="false" wrap="square" lIns="122530" rIns="122530" tIns="61265" bIns="61265">
            <a:noAutofit/>
          </a:bodyPr>
          <a:lstStyle/>
          <a:p>
            <a:pPr algn="l" marL="0" indent="0">
              <a:lnSpc>
                <a:spcPct val="100000"/>
              </a:lnSpc>
              <a:defRPr/>
            </a:pPr>
            <a:r>
              <a:rPr lang="en-US" b="false" i="false" strike="noStrike" u="none" sz="2400">
                <a:solidFill>
                  <a:srgbClr val="FFFFFF"/>
                </a:solidFill>
                <a:latin typeface="Calibri"/>
                <a:ea typeface="Calibri"/>
                <a:cs typeface="Calibri"/>
                <a:sym typeface="Calibri"/>
              </a:rPr>
              <a:t> </a:t>
            </a:r>
            <a:endParaRPr lang="en-US" sz="1100"/>
          </a:p>
        </p:txBody>
      </p:sp>
      <p:sp>
        <p:nvSpPr>
          <p:cNvPr name="AutoShape 13" id="13"/>
          <p:cNvSpPr/>
          <p:nvPr/>
        </p:nvSpPr>
        <p:spPr>
          <a:xfrm rot="10800000" flipH="false" flipV="true">
            <a:off x="7671435" y="3178175"/>
            <a:ext cx="3148330" cy="662874"/>
          </a:xfrm>
          <a:prstGeom prst="rect">
            <a:avLst/>
          </a:prstGeom>
          <a:noFill/>
          <a:ln w="12700">
            <a:noFill/>
            <a:prstDash val="solid"/>
          </a:ln>
        </p:spPr>
        <p:txBody>
          <a:bodyPr anchor="t" rtlCol="false" wrap="square" lIns="91440" rIns="91440" tIns="45720" bIns="45720">
            <a:spAutoFit/>
          </a:bodyPr>
          <a:lstStyle/>
          <a:p>
            <a:pPr algn="l" marL="0" indent="0">
              <a:lnSpc>
                <a:spcPct val="141666"/>
              </a:lnSpc>
              <a:defRPr/>
            </a:pPr>
            <a:r>
              <a:rPr lang="en-US" b="false" i="false" strike="noStrike" u="none" sz="1400">
                <a:solidFill>
                  <a:srgbClr val="000000"/>
                </a:solidFill>
                <a:latin typeface="微软雅黑"/>
                <a:ea typeface="微软雅黑"/>
                <a:cs typeface="微软雅黑"/>
                <a:sym typeface="微软雅黑"/>
              </a:rPr>
              <a:t>在这里输入你的正文阐述与关键词标题相关的具体内容</a:t>
            </a:r>
            <a:endParaRPr lang="en-US" sz="1100"/>
          </a:p>
        </p:txBody>
      </p:sp>
      <p:sp>
        <p:nvSpPr>
          <p:cNvPr name="AutoShape 14" id="14"/>
          <p:cNvSpPr/>
          <p:nvPr/>
        </p:nvSpPr>
        <p:spPr>
          <a:xfrm rot="10800000" flipH="false" flipV="true">
            <a:off x="7671524" y="2623451"/>
            <a:ext cx="1204446" cy="554614"/>
          </a:xfrm>
          <a:prstGeom prst="rect">
            <a:avLst/>
          </a:prstGeom>
          <a:noFill/>
          <a:ln w="12700">
            <a:noFill/>
            <a:prstDash val="solid"/>
          </a:ln>
        </p:spPr>
        <p:txBody>
          <a:bodyPr anchor="t" rtlCol="false" wrap="none" lIns="122530" rIns="122530" tIns="61265" bIns="61265">
            <a:spAutoFit/>
          </a:bodyPr>
          <a:lstStyle/>
          <a:p>
            <a:pPr algn="ctr" marL="0" indent="0">
              <a:lnSpc>
                <a:spcPct val="100000"/>
              </a:lnSpc>
              <a:defRPr/>
            </a:pPr>
            <a:r>
              <a:rPr lang="en-US" b="true" i="false" strike="noStrike" u="none" sz="3200">
                <a:solidFill>
                  <a:srgbClr val="7030A0"/>
                </a:solidFill>
                <a:latin typeface="微软雅黑"/>
                <a:ea typeface="微软雅黑"/>
                <a:cs typeface="微软雅黑"/>
                <a:sym typeface="微软雅黑"/>
              </a:rPr>
              <a:t>项目C</a:t>
            </a:r>
            <a:endParaRPr lang="en-US" sz="1100"/>
          </a:p>
        </p:txBody>
      </p:sp>
      <p:sp>
        <p:nvSpPr>
          <p:cNvPr name="AutoShape 15" id="15"/>
          <p:cNvSpPr/>
          <p:nvPr/>
        </p:nvSpPr>
        <p:spPr>
          <a:xfrm rot="10800000" flipH="false" flipV="true">
            <a:off x="6722128" y="4905275"/>
            <a:ext cx="710283" cy="710283"/>
          </a:xfrm>
          <a:prstGeom prst="ellipse">
            <a:avLst/>
          </a:prstGeom>
          <a:gradFill rotWithShape="true">
            <a:gsLst>
              <a:gs pos="0">
                <a:srgbClr val="FFFFFF">
                  <a:alpha val="100000"/>
                </a:srgbClr>
              </a:gs>
              <a:gs pos="100000">
                <a:srgbClr val="F2F2F2">
                  <a:alpha val="100000"/>
                </a:srgbClr>
              </a:gs>
            </a:gsLst>
            <a:lin ang="2700000"/>
          </a:gradFill>
          <a:ln w="12700" cap="flat">
            <a:gradFill rotWithShape="true">
              <a:gsLst>
                <a:gs pos="0">
                  <a:srgbClr val="A5A5A5">
                    <a:alpha val="20000"/>
                  </a:srgbClr>
                </a:gs>
                <a:gs pos="100000">
                  <a:srgbClr val="ED7D31">
                    <a:alpha val="0"/>
                  </a:srgbClr>
                </a:gs>
              </a:gsLst>
              <a:lin ang="2700000"/>
            </a:gradFill>
            <a:prstDash val="solid"/>
          </a:ln>
          <a:effectLst>
            <a:outerShdw dir="2700000" dist="190500" blurRad="317500" algn="tl" sx="98000" sy="98000" rotWithShape="false">
              <a:srgbClr val="F4B183">
                <a:alpha val="25000"/>
              </a:srgbClr>
            </a:outerShdw>
          </a:effectLst>
        </p:spPr>
        <p:txBody>
          <a:bodyPr anchor="ctr" rtlCol="false" wrap="square" lIns="122530" rIns="122530" tIns="61265" bIns="61265">
            <a:noAutofit/>
          </a:bodyPr>
          <a:lstStyle/>
          <a:p>
            <a:pPr algn="l" marL="0" indent="0">
              <a:lnSpc>
                <a:spcPct val="100000"/>
              </a:lnSpc>
              <a:defRPr/>
            </a:pPr>
            <a:r>
              <a:rPr lang="en-US" b="false" i="false" strike="noStrike" u="none" sz="2400">
                <a:solidFill>
                  <a:srgbClr val="FFFFFF"/>
                </a:solidFill>
                <a:latin typeface="Calibri"/>
                <a:ea typeface="Calibri"/>
                <a:cs typeface="Calibri"/>
                <a:sym typeface="Calibri"/>
              </a:rPr>
              <a:t> </a:t>
            </a:r>
            <a:endParaRPr lang="en-US" sz="1100"/>
          </a:p>
        </p:txBody>
      </p:sp>
      <p:sp>
        <p:nvSpPr>
          <p:cNvPr name="AutoShape 16" id="16"/>
          <p:cNvSpPr/>
          <p:nvPr/>
        </p:nvSpPr>
        <p:spPr>
          <a:xfrm rot="10800000" flipH="false" flipV="true">
            <a:off x="7671435" y="5281930"/>
            <a:ext cx="3193415" cy="662874"/>
          </a:xfrm>
          <a:prstGeom prst="rect">
            <a:avLst/>
          </a:prstGeom>
          <a:noFill/>
          <a:ln w="12700">
            <a:noFill/>
            <a:prstDash val="solid"/>
          </a:ln>
        </p:spPr>
        <p:txBody>
          <a:bodyPr anchor="t" rtlCol="false" wrap="square" lIns="91440" rIns="91440" tIns="45720" bIns="45720">
            <a:spAutoFit/>
          </a:bodyPr>
          <a:lstStyle/>
          <a:p>
            <a:pPr algn="l" marL="0" indent="0">
              <a:lnSpc>
                <a:spcPct val="141666"/>
              </a:lnSpc>
              <a:defRPr/>
            </a:pPr>
            <a:r>
              <a:rPr lang="en-US" b="false" i="false" strike="noStrike" u="none" sz="1400">
                <a:solidFill>
                  <a:srgbClr val="000000"/>
                </a:solidFill>
                <a:latin typeface="微软雅黑"/>
                <a:ea typeface="微软雅黑"/>
                <a:cs typeface="微软雅黑"/>
                <a:sym typeface="微软雅黑"/>
              </a:rPr>
              <a:t>在这里输入你的正文阐述与关键词标题相关的具体内容</a:t>
            </a:r>
            <a:endParaRPr lang="en-US" sz="1100"/>
          </a:p>
        </p:txBody>
      </p:sp>
      <p:sp>
        <p:nvSpPr>
          <p:cNvPr name="AutoShape 17" id="17"/>
          <p:cNvSpPr/>
          <p:nvPr/>
        </p:nvSpPr>
        <p:spPr>
          <a:xfrm rot="10800000" flipH="false" flipV="true">
            <a:off x="7671524" y="4727230"/>
            <a:ext cx="1239712" cy="554614"/>
          </a:xfrm>
          <a:prstGeom prst="rect">
            <a:avLst/>
          </a:prstGeom>
          <a:noFill/>
          <a:ln w="12700">
            <a:noFill/>
            <a:prstDash val="solid"/>
          </a:ln>
        </p:spPr>
        <p:txBody>
          <a:bodyPr anchor="t" rtlCol="false" wrap="none" lIns="122530" rIns="122530" tIns="61265" bIns="61265">
            <a:spAutoFit/>
          </a:bodyPr>
          <a:lstStyle/>
          <a:p>
            <a:pPr algn="ctr" marL="0" indent="0">
              <a:lnSpc>
                <a:spcPct val="100000"/>
              </a:lnSpc>
              <a:defRPr/>
            </a:pPr>
            <a:r>
              <a:rPr lang="en-US" b="true" i="false" strike="noStrike" u="none" sz="3200">
                <a:solidFill>
                  <a:srgbClr val="7030A0"/>
                </a:solidFill>
                <a:latin typeface="微软雅黑"/>
                <a:ea typeface="微软雅黑"/>
                <a:cs typeface="微软雅黑"/>
                <a:sym typeface="微软雅黑"/>
              </a:rPr>
              <a:t>项目D</a:t>
            </a:r>
            <a:endParaRPr lang="en-US" sz="1100"/>
          </a:p>
        </p:txBody>
      </p:sp>
      <p:sp>
        <p:nvSpPr>
          <p:cNvPr name="AutoShape 18" id="18"/>
          <p:cNvSpPr/>
          <p:nvPr/>
        </p:nvSpPr>
        <p:spPr>
          <a:xfrm rot="10800000" flipH="false" flipV="true">
            <a:off x="5394116" y="3591169"/>
            <a:ext cx="1295817" cy="1354833"/>
          </a:xfrm>
          <a:prstGeom prst="rect">
            <a:avLst/>
          </a:prstGeom>
          <a:noFill/>
          <a:ln w="12700">
            <a:noFill/>
            <a:prstDash val="solid"/>
          </a:ln>
        </p:spPr>
        <p:txBody>
          <a:bodyPr anchor="t" rtlCol="false" wrap="none" lIns="122530" rIns="122530" tIns="61265" bIns="61265">
            <a:spAutoFit/>
          </a:bodyPr>
          <a:lstStyle/>
          <a:p>
            <a:pPr algn="ctr" marL="0" indent="0">
              <a:lnSpc>
                <a:spcPct val="100000"/>
              </a:lnSpc>
              <a:defRPr/>
            </a:pPr>
            <a:r>
              <a:rPr lang="en-US" b="true" i="false" strike="noStrike" u="none" sz="4000">
                <a:solidFill>
                  <a:srgbClr val="7030A0"/>
                </a:solidFill>
                <a:latin typeface="微软雅黑"/>
                <a:ea typeface="微软雅黑"/>
                <a:cs typeface="微软雅黑"/>
                <a:sym typeface="微软雅黑"/>
              </a:rPr>
              <a:t>CED</a:t>
            </a:r>
            <a:endParaRPr lang="en-US" sz="1100"/>
          </a:p>
          <a:p>
            <a:pPr algn="ctr" marL="0" indent="0">
              <a:lnSpc>
                <a:spcPct val="100000"/>
              </a:lnSpc>
            </a:pPr>
            <a:r>
              <a:rPr lang="en-US" b="true" i="false" strike="noStrike" u="none" sz="4000">
                <a:solidFill>
                  <a:srgbClr val="7030A0"/>
                </a:solidFill>
                <a:latin typeface="微软雅黑"/>
                <a:ea typeface="微软雅黑"/>
                <a:cs typeface="微软雅黑"/>
                <a:sym typeface="微软雅黑"/>
              </a:rPr>
              <a:t>URE</a:t>
            </a:r>
          </a:p>
        </p:txBody>
      </p:sp>
      <p:sp>
        <p:nvSpPr>
          <p:cNvPr name="Freeform 19" id="19"/>
          <p:cNvSpPr/>
          <p:nvPr/>
        </p:nvSpPr>
        <p:spPr>
          <a:xfrm rot="0" flipH="false" flipV="false">
            <a:off x="6882315" y="3029534"/>
            <a:ext cx="388630" cy="388188"/>
          </a:xfrm>
          <a:custGeom>
            <a:avLst/>
            <a:gdLst/>
            <a:ahLst/>
            <a:cxnLst/>
            <a:rect r="r" b="b" t="t" l="l"/>
            <a:pathLst>
              <a:path h="388188" w="388630">
                <a:moveTo>
                  <a:pt x="197198" y="77395"/>
                </a:moveTo>
                <a:cubicBezTo>
                  <a:pt x="226036" y="81445"/>
                  <a:pt x="252213" y="94505"/>
                  <a:pt x="272951" y="115181"/>
                </a:cubicBezTo>
                <a:cubicBezTo>
                  <a:pt x="292538" y="134891"/>
                  <a:pt x="305416" y="159617"/>
                  <a:pt x="310131" y="186945"/>
                </a:cubicBezTo>
                <a:lnTo>
                  <a:pt x="280387" y="192024"/>
                </a:lnTo>
                <a:cubicBezTo>
                  <a:pt x="276760" y="170924"/>
                  <a:pt x="266843" y="151698"/>
                  <a:pt x="251669" y="136583"/>
                </a:cubicBezTo>
                <a:cubicBezTo>
                  <a:pt x="235648" y="120501"/>
                  <a:pt x="215336" y="110465"/>
                  <a:pt x="192966" y="107321"/>
                </a:cubicBezTo>
                <a:close/>
                <a:moveTo>
                  <a:pt x="65487" y="37174"/>
                </a:moveTo>
                <a:cubicBezTo>
                  <a:pt x="72599" y="37167"/>
                  <a:pt x="79719" y="40250"/>
                  <a:pt x="86037" y="46416"/>
                </a:cubicBezTo>
                <a:cubicBezTo>
                  <a:pt x="93836" y="54094"/>
                  <a:pt x="101516" y="61893"/>
                  <a:pt x="109255" y="69633"/>
                </a:cubicBezTo>
                <a:cubicBezTo>
                  <a:pt x="116752" y="77189"/>
                  <a:pt x="124249" y="84626"/>
                  <a:pt x="131747" y="92183"/>
                </a:cubicBezTo>
                <a:cubicBezTo>
                  <a:pt x="144988" y="105484"/>
                  <a:pt x="144988" y="120961"/>
                  <a:pt x="131808" y="134202"/>
                </a:cubicBezTo>
                <a:cubicBezTo>
                  <a:pt x="122376" y="143694"/>
                  <a:pt x="113064" y="153246"/>
                  <a:pt x="103450" y="162496"/>
                </a:cubicBezTo>
                <a:cubicBezTo>
                  <a:pt x="100971" y="164976"/>
                  <a:pt x="100730" y="167032"/>
                  <a:pt x="101999" y="170054"/>
                </a:cubicBezTo>
                <a:cubicBezTo>
                  <a:pt x="108347" y="185230"/>
                  <a:pt x="117477" y="198712"/>
                  <a:pt x="127696" y="211286"/>
                </a:cubicBezTo>
                <a:cubicBezTo>
                  <a:pt x="148374" y="236558"/>
                  <a:pt x="171652" y="259048"/>
                  <a:pt x="199463" y="276582"/>
                </a:cubicBezTo>
                <a:cubicBezTo>
                  <a:pt x="205450" y="280270"/>
                  <a:pt x="212040" y="282990"/>
                  <a:pt x="218267" y="286376"/>
                </a:cubicBezTo>
                <a:cubicBezTo>
                  <a:pt x="221412" y="288190"/>
                  <a:pt x="223588" y="287585"/>
                  <a:pt x="226128" y="284924"/>
                </a:cubicBezTo>
                <a:cubicBezTo>
                  <a:pt x="235561" y="275252"/>
                  <a:pt x="245173" y="265759"/>
                  <a:pt x="254787" y="256267"/>
                </a:cubicBezTo>
                <a:cubicBezTo>
                  <a:pt x="267363" y="243752"/>
                  <a:pt x="283144" y="243752"/>
                  <a:pt x="295780" y="256267"/>
                </a:cubicBezTo>
                <a:cubicBezTo>
                  <a:pt x="311198" y="271564"/>
                  <a:pt x="326616" y="286860"/>
                  <a:pt x="341913" y="302277"/>
                </a:cubicBezTo>
                <a:cubicBezTo>
                  <a:pt x="354731" y="315154"/>
                  <a:pt x="354670" y="330995"/>
                  <a:pt x="341731" y="344053"/>
                </a:cubicBezTo>
                <a:cubicBezTo>
                  <a:pt x="333024" y="352820"/>
                  <a:pt x="323775" y="361224"/>
                  <a:pt x="315552" y="370413"/>
                </a:cubicBezTo>
                <a:cubicBezTo>
                  <a:pt x="303520" y="383835"/>
                  <a:pt x="288525" y="388188"/>
                  <a:pt x="271293" y="387222"/>
                </a:cubicBezTo>
                <a:cubicBezTo>
                  <a:pt x="246202" y="385891"/>
                  <a:pt x="223166" y="377548"/>
                  <a:pt x="200915" y="366786"/>
                </a:cubicBezTo>
                <a:cubicBezTo>
                  <a:pt x="151518" y="342723"/>
                  <a:pt x="109255" y="309471"/>
                  <a:pt x="73885" y="267392"/>
                </a:cubicBezTo>
                <a:cubicBezTo>
                  <a:pt x="47644" y="236256"/>
                  <a:pt x="26059" y="202339"/>
                  <a:pt x="11850" y="164128"/>
                </a:cubicBezTo>
                <a:cubicBezTo>
                  <a:pt x="4958" y="145628"/>
                  <a:pt x="0" y="126705"/>
                  <a:pt x="1572" y="106633"/>
                </a:cubicBezTo>
                <a:cubicBezTo>
                  <a:pt x="2540" y="94299"/>
                  <a:pt x="7135" y="83718"/>
                  <a:pt x="16204" y="75134"/>
                </a:cubicBezTo>
                <a:cubicBezTo>
                  <a:pt x="26059" y="65763"/>
                  <a:pt x="35310" y="56029"/>
                  <a:pt x="44983" y="46476"/>
                </a:cubicBezTo>
                <a:cubicBezTo>
                  <a:pt x="51272" y="40279"/>
                  <a:pt x="58375" y="37181"/>
                  <a:pt x="65487" y="37174"/>
                </a:cubicBezTo>
                <a:close/>
                <a:moveTo>
                  <a:pt x="201140" y="0"/>
                </a:moveTo>
                <a:cubicBezTo>
                  <a:pt x="249085" y="6712"/>
                  <a:pt x="292557" y="28358"/>
                  <a:pt x="326899" y="62700"/>
                </a:cubicBezTo>
                <a:cubicBezTo>
                  <a:pt x="359487" y="95350"/>
                  <a:pt x="380831" y="136464"/>
                  <a:pt x="388630" y="181812"/>
                </a:cubicBezTo>
                <a:lnTo>
                  <a:pt x="358883" y="186891"/>
                </a:lnTo>
                <a:cubicBezTo>
                  <a:pt x="352233" y="147771"/>
                  <a:pt x="333732" y="112218"/>
                  <a:pt x="305616" y="84103"/>
                </a:cubicBezTo>
                <a:cubicBezTo>
                  <a:pt x="275930" y="54477"/>
                  <a:pt x="238384" y="35734"/>
                  <a:pt x="196968" y="29929"/>
                </a:cubicBezTo>
                <a:close/>
              </a:path>
            </a:pathLst>
          </a:cu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20" id="20"/>
          <p:cNvSpPr/>
          <p:nvPr/>
        </p:nvSpPr>
        <p:spPr>
          <a:xfrm rot="0" flipH="false" flipV="false">
            <a:off x="4747689" y="3028736"/>
            <a:ext cx="474980" cy="388783"/>
          </a:xfrm>
          <a:custGeom>
            <a:avLst/>
            <a:gdLst/>
            <a:ahLst/>
            <a:cxnLst/>
            <a:rect r="r" b="b" t="t" l="l"/>
            <a:pathLst>
              <a:path h="388783" w="474980">
                <a:moveTo>
                  <a:pt x="352670" y="259228"/>
                </a:moveTo>
                <a:lnTo>
                  <a:pt x="367040" y="259228"/>
                </a:lnTo>
                <a:cubicBezTo>
                  <a:pt x="378926" y="259228"/>
                  <a:pt x="388650" y="268945"/>
                  <a:pt x="388650" y="280820"/>
                </a:cubicBezTo>
                <a:cubicBezTo>
                  <a:pt x="388650" y="292695"/>
                  <a:pt x="378926" y="302413"/>
                  <a:pt x="367040" y="302413"/>
                </a:cubicBezTo>
                <a:lnTo>
                  <a:pt x="352670" y="302413"/>
                </a:lnTo>
                <a:cubicBezTo>
                  <a:pt x="340676" y="302413"/>
                  <a:pt x="331060" y="292695"/>
                  <a:pt x="331060" y="280820"/>
                </a:cubicBezTo>
                <a:cubicBezTo>
                  <a:pt x="331060" y="268945"/>
                  <a:pt x="340676" y="259228"/>
                  <a:pt x="352670" y="259228"/>
                </a:cubicBezTo>
                <a:close/>
                <a:moveTo>
                  <a:pt x="352657" y="172856"/>
                </a:moveTo>
                <a:lnTo>
                  <a:pt x="410216" y="172856"/>
                </a:lnTo>
                <a:cubicBezTo>
                  <a:pt x="422096" y="172856"/>
                  <a:pt x="431815" y="182573"/>
                  <a:pt x="431815" y="194449"/>
                </a:cubicBezTo>
                <a:cubicBezTo>
                  <a:pt x="431815" y="206325"/>
                  <a:pt x="422096" y="216041"/>
                  <a:pt x="410216" y="216041"/>
                </a:cubicBezTo>
                <a:lnTo>
                  <a:pt x="352657" y="216041"/>
                </a:lnTo>
                <a:cubicBezTo>
                  <a:pt x="340671" y="216041"/>
                  <a:pt x="331060" y="206325"/>
                  <a:pt x="331060" y="194449"/>
                </a:cubicBezTo>
                <a:cubicBezTo>
                  <a:pt x="331060" y="182573"/>
                  <a:pt x="340671" y="172856"/>
                  <a:pt x="352657" y="172856"/>
                </a:cubicBezTo>
                <a:close/>
                <a:moveTo>
                  <a:pt x="352654" y="86486"/>
                </a:moveTo>
                <a:lnTo>
                  <a:pt x="453386" y="86486"/>
                </a:lnTo>
                <a:cubicBezTo>
                  <a:pt x="465263" y="86486"/>
                  <a:pt x="474980" y="96203"/>
                  <a:pt x="474980" y="108079"/>
                </a:cubicBezTo>
                <a:cubicBezTo>
                  <a:pt x="474980" y="119954"/>
                  <a:pt x="465263" y="129671"/>
                  <a:pt x="453386" y="129671"/>
                </a:cubicBezTo>
                <a:lnTo>
                  <a:pt x="352654" y="129671"/>
                </a:lnTo>
                <a:cubicBezTo>
                  <a:pt x="340670" y="129671"/>
                  <a:pt x="331060" y="119954"/>
                  <a:pt x="331060" y="108079"/>
                </a:cubicBezTo>
                <a:cubicBezTo>
                  <a:pt x="331060" y="96203"/>
                  <a:pt x="340670" y="86486"/>
                  <a:pt x="352654" y="86486"/>
                </a:cubicBezTo>
                <a:close/>
                <a:moveTo>
                  <a:pt x="265227" y="190"/>
                </a:moveTo>
                <a:cubicBezTo>
                  <a:pt x="269058" y="0"/>
                  <a:pt x="272945" y="837"/>
                  <a:pt x="276454" y="2727"/>
                </a:cubicBezTo>
                <a:cubicBezTo>
                  <a:pt x="283470" y="6397"/>
                  <a:pt x="287895" y="13738"/>
                  <a:pt x="287895" y="21728"/>
                </a:cubicBezTo>
                <a:lnTo>
                  <a:pt x="287895" y="367192"/>
                </a:lnTo>
                <a:cubicBezTo>
                  <a:pt x="287895" y="375180"/>
                  <a:pt x="283470" y="382522"/>
                  <a:pt x="276454" y="386192"/>
                </a:cubicBezTo>
                <a:cubicBezTo>
                  <a:pt x="273215" y="387919"/>
                  <a:pt x="269761" y="388783"/>
                  <a:pt x="266306" y="388783"/>
                </a:cubicBezTo>
                <a:cubicBezTo>
                  <a:pt x="262096" y="388783"/>
                  <a:pt x="257886" y="387596"/>
                  <a:pt x="254324" y="385113"/>
                </a:cubicBezTo>
                <a:lnTo>
                  <a:pt x="130184" y="302417"/>
                </a:lnTo>
                <a:lnTo>
                  <a:pt x="21590" y="302417"/>
                </a:lnTo>
                <a:cubicBezTo>
                  <a:pt x="9715" y="302417"/>
                  <a:pt x="0" y="292701"/>
                  <a:pt x="0" y="280825"/>
                </a:cubicBezTo>
                <a:lnTo>
                  <a:pt x="0" y="108094"/>
                </a:lnTo>
                <a:cubicBezTo>
                  <a:pt x="0" y="96218"/>
                  <a:pt x="9715" y="86503"/>
                  <a:pt x="21590" y="86503"/>
                </a:cubicBezTo>
                <a:lnTo>
                  <a:pt x="130184" y="86503"/>
                </a:lnTo>
                <a:lnTo>
                  <a:pt x="254324" y="3807"/>
                </a:lnTo>
                <a:cubicBezTo>
                  <a:pt x="257617" y="1593"/>
                  <a:pt x="261394" y="379"/>
                  <a:pt x="265227" y="190"/>
                </a:cubicBezTo>
                <a:close/>
              </a:path>
            </a:pathLst>
          </a:cu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21" id="21"/>
          <p:cNvSpPr/>
          <p:nvPr/>
        </p:nvSpPr>
        <p:spPr>
          <a:xfrm rot="0" flipH="false" flipV="false">
            <a:off x="4791504" y="5066742"/>
            <a:ext cx="387350" cy="387350"/>
          </a:xfrm>
          <a:custGeom>
            <a:avLst/>
            <a:gdLst/>
            <a:ahLst/>
            <a:cxnLst/>
            <a:rect r="r" b="b" t="t" l="l"/>
            <a:pathLst>
              <a:path h="387350" w="387350">
                <a:moveTo>
                  <a:pt x="286672" y="302694"/>
                </a:moveTo>
                <a:cubicBezTo>
                  <a:pt x="310077" y="302694"/>
                  <a:pt x="329051" y="321645"/>
                  <a:pt x="329051" y="345022"/>
                </a:cubicBezTo>
                <a:cubicBezTo>
                  <a:pt x="329051" y="368399"/>
                  <a:pt x="310077" y="387350"/>
                  <a:pt x="286672" y="387350"/>
                </a:cubicBezTo>
                <a:cubicBezTo>
                  <a:pt x="263267" y="387350"/>
                  <a:pt x="244295" y="368399"/>
                  <a:pt x="244295" y="345022"/>
                </a:cubicBezTo>
                <a:cubicBezTo>
                  <a:pt x="244295" y="321645"/>
                  <a:pt x="263267" y="302694"/>
                  <a:pt x="286672" y="302694"/>
                </a:cubicBezTo>
                <a:close/>
                <a:moveTo>
                  <a:pt x="147165" y="302694"/>
                </a:moveTo>
                <a:cubicBezTo>
                  <a:pt x="170544" y="302694"/>
                  <a:pt x="189498" y="321645"/>
                  <a:pt x="189498" y="345022"/>
                </a:cubicBezTo>
                <a:cubicBezTo>
                  <a:pt x="189498" y="368399"/>
                  <a:pt x="170544" y="387350"/>
                  <a:pt x="147165" y="387350"/>
                </a:cubicBezTo>
                <a:cubicBezTo>
                  <a:pt x="123786" y="387350"/>
                  <a:pt x="104832" y="368399"/>
                  <a:pt x="104832" y="345022"/>
                </a:cubicBezTo>
                <a:cubicBezTo>
                  <a:pt x="104832" y="321645"/>
                  <a:pt x="123786" y="302694"/>
                  <a:pt x="147165" y="302694"/>
                </a:cubicBezTo>
                <a:close/>
                <a:moveTo>
                  <a:pt x="328960" y="55366"/>
                </a:moveTo>
                <a:lnTo>
                  <a:pt x="288665" y="95694"/>
                </a:lnTo>
                <a:lnTo>
                  <a:pt x="272232" y="79192"/>
                </a:lnTo>
                <a:lnTo>
                  <a:pt x="257463" y="93937"/>
                </a:lnTo>
                <a:lnTo>
                  <a:pt x="288665" y="125086"/>
                </a:lnTo>
                <a:lnTo>
                  <a:pt x="343728" y="70110"/>
                </a:lnTo>
                <a:close/>
                <a:moveTo>
                  <a:pt x="13984" y="1168"/>
                </a:moveTo>
                <a:lnTo>
                  <a:pt x="89770" y="27140"/>
                </a:lnTo>
                <a:lnTo>
                  <a:pt x="103754" y="87188"/>
                </a:lnTo>
                <a:lnTo>
                  <a:pt x="193035" y="87188"/>
                </a:lnTo>
                <a:cubicBezTo>
                  <a:pt x="193230" y="115599"/>
                  <a:pt x="204377" y="142353"/>
                  <a:pt x="224522" y="162466"/>
                </a:cubicBezTo>
                <a:cubicBezTo>
                  <a:pt x="244862" y="182775"/>
                  <a:pt x="271852" y="193906"/>
                  <a:pt x="300601" y="194004"/>
                </a:cubicBezTo>
                <a:cubicBezTo>
                  <a:pt x="319279" y="194004"/>
                  <a:pt x="336881" y="189122"/>
                  <a:pt x="352137" y="180725"/>
                </a:cubicBezTo>
                <a:lnTo>
                  <a:pt x="329743" y="279926"/>
                </a:lnTo>
                <a:lnTo>
                  <a:pt x="104145" y="279926"/>
                </a:lnTo>
                <a:lnTo>
                  <a:pt x="91139" y="222710"/>
                </a:lnTo>
                <a:lnTo>
                  <a:pt x="53294" y="60043"/>
                </a:lnTo>
                <a:lnTo>
                  <a:pt x="0" y="41786"/>
                </a:lnTo>
                <a:close/>
                <a:moveTo>
                  <a:pt x="300596" y="0"/>
                </a:moveTo>
                <a:cubicBezTo>
                  <a:pt x="348521" y="0"/>
                  <a:pt x="387350" y="38765"/>
                  <a:pt x="387350" y="86614"/>
                </a:cubicBezTo>
                <a:cubicBezTo>
                  <a:pt x="387252" y="134363"/>
                  <a:pt x="348423" y="173129"/>
                  <a:pt x="300596" y="173129"/>
                </a:cubicBezTo>
                <a:cubicBezTo>
                  <a:pt x="252670" y="173129"/>
                  <a:pt x="213843" y="134363"/>
                  <a:pt x="213843" y="86515"/>
                </a:cubicBezTo>
                <a:cubicBezTo>
                  <a:pt x="213843" y="38765"/>
                  <a:pt x="252670" y="0"/>
                  <a:pt x="300596" y="0"/>
                </a:cubicBezTo>
                <a:close/>
              </a:path>
            </a:pathLst>
          </a:cu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22" id="22"/>
          <p:cNvSpPr/>
          <p:nvPr/>
        </p:nvSpPr>
        <p:spPr>
          <a:xfrm rot="0" flipH="false" flipV="false">
            <a:off x="6883595" y="5066742"/>
            <a:ext cx="387410" cy="387350"/>
          </a:xfrm>
          <a:custGeom>
            <a:avLst/>
            <a:gdLst/>
            <a:ahLst/>
            <a:cxnLst/>
            <a:rect r="r" b="b" t="t" l="l"/>
            <a:pathLst>
              <a:path h="387350" w="387410">
                <a:moveTo>
                  <a:pt x="67139" y="155166"/>
                </a:moveTo>
                <a:lnTo>
                  <a:pt x="99397" y="155166"/>
                </a:lnTo>
                <a:lnTo>
                  <a:pt x="99397" y="327645"/>
                </a:lnTo>
                <a:lnTo>
                  <a:pt x="371281" y="327645"/>
                </a:lnTo>
                <a:cubicBezTo>
                  <a:pt x="380234" y="327645"/>
                  <a:pt x="387410" y="334937"/>
                  <a:pt x="387350" y="343889"/>
                </a:cubicBezTo>
                <a:cubicBezTo>
                  <a:pt x="387350" y="352783"/>
                  <a:pt x="380116" y="360017"/>
                  <a:pt x="371221" y="360017"/>
                </a:cubicBezTo>
                <a:lnTo>
                  <a:pt x="354499" y="360017"/>
                </a:lnTo>
                <a:lnTo>
                  <a:pt x="354499" y="371224"/>
                </a:lnTo>
                <a:cubicBezTo>
                  <a:pt x="354499" y="380176"/>
                  <a:pt x="347323" y="387350"/>
                  <a:pt x="338370" y="387350"/>
                </a:cubicBezTo>
                <a:cubicBezTo>
                  <a:pt x="329475" y="387350"/>
                  <a:pt x="322240" y="380176"/>
                  <a:pt x="322240" y="371224"/>
                </a:cubicBezTo>
                <a:lnTo>
                  <a:pt x="322240" y="360017"/>
                </a:lnTo>
                <a:lnTo>
                  <a:pt x="150749" y="360017"/>
                </a:lnTo>
                <a:lnTo>
                  <a:pt x="150749" y="371224"/>
                </a:lnTo>
                <a:cubicBezTo>
                  <a:pt x="150749" y="380176"/>
                  <a:pt x="143573" y="387350"/>
                  <a:pt x="134620" y="387350"/>
                </a:cubicBezTo>
                <a:cubicBezTo>
                  <a:pt x="125725" y="387350"/>
                  <a:pt x="118490" y="380176"/>
                  <a:pt x="118490" y="371224"/>
                </a:cubicBezTo>
                <a:lnTo>
                  <a:pt x="118490" y="360017"/>
                </a:lnTo>
                <a:lnTo>
                  <a:pt x="83268" y="360017"/>
                </a:lnTo>
                <a:cubicBezTo>
                  <a:pt x="74313" y="360017"/>
                  <a:pt x="67139" y="352783"/>
                  <a:pt x="67139" y="343889"/>
                </a:cubicBezTo>
                <a:close/>
                <a:moveTo>
                  <a:pt x="178239" y="150834"/>
                </a:moveTo>
                <a:lnTo>
                  <a:pt x="338512" y="150834"/>
                </a:lnTo>
                <a:cubicBezTo>
                  <a:pt x="347406" y="150834"/>
                  <a:pt x="354640" y="158010"/>
                  <a:pt x="354640" y="166963"/>
                </a:cubicBezTo>
                <a:lnTo>
                  <a:pt x="354640" y="283187"/>
                </a:lnTo>
                <a:cubicBezTo>
                  <a:pt x="354640" y="292082"/>
                  <a:pt x="347406" y="299315"/>
                  <a:pt x="338512" y="299315"/>
                </a:cubicBezTo>
                <a:lnTo>
                  <a:pt x="178239" y="299315"/>
                </a:lnTo>
                <a:cubicBezTo>
                  <a:pt x="169285" y="299315"/>
                  <a:pt x="162110" y="292082"/>
                  <a:pt x="162110" y="283187"/>
                </a:cubicBezTo>
                <a:lnTo>
                  <a:pt x="162110" y="166963"/>
                </a:lnTo>
                <a:cubicBezTo>
                  <a:pt x="162110" y="158069"/>
                  <a:pt x="169285" y="150834"/>
                  <a:pt x="178239" y="150834"/>
                </a:cubicBezTo>
                <a:close/>
                <a:moveTo>
                  <a:pt x="38256" y="0"/>
                </a:moveTo>
                <a:lnTo>
                  <a:pt x="128885" y="0"/>
                </a:lnTo>
                <a:cubicBezTo>
                  <a:pt x="150000" y="0"/>
                  <a:pt x="167141" y="17136"/>
                  <a:pt x="167141" y="38245"/>
                </a:cubicBezTo>
                <a:lnTo>
                  <a:pt x="167141" y="84673"/>
                </a:lnTo>
                <a:cubicBezTo>
                  <a:pt x="167141" y="105782"/>
                  <a:pt x="150000" y="122918"/>
                  <a:pt x="128885" y="122859"/>
                </a:cubicBezTo>
                <a:lnTo>
                  <a:pt x="38256" y="122859"/>
                </a:lnTo>
                <a:cubicBezTo>
                  <a:pt x="17141" y="122859"/>
                  <a:pt x="0" y="105663"/>
                  <a:pt x="0" y="84554"/>
                </a:cubicBezTo>
                <a:lnTo>
                  <a:pt x="0" y="38245"/>
                </a:lnTo>
                <a:cubicBezTo>
                  <a:pt x="0" y="17136"/>
                  <a:pt x="17141" y="0"/>
                  <a:pt x="38256" y="0"/>
                </a:cubicBezTo>
                <a:close/>
              </a:path>
            </a:pathLst>
          </a:cu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23" id="23"/>
          <p:cNvSpPr/>
          <p:nvPr/>
        </p:nvSpPr>
        <p:spPr>
          <a:xfrm rot="0" flipH="false" flipV="false">
            <a:off x="522837" y="281285"/>
            <a:ext cx="2867228" cy="49149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600">
                <a:solidFill>
                  <a:srgbClr val="FFFFFF"/>
                </a:solidFill>
                <a:latin typeface="微软雅黑"/>
                <a:ea typeface="微软雅黑"/>
                <a:cs typeface="微软雅黑"/>
                <a:sym typeface="微软雅黑"/>
              </a:rPr>
              <a:t>输入修改文字</a:t>
            </a:r>
            <a:endParaRPr lang="en-US" sz="1100"/>
          </a:p>
        </p:txBody>
      </p:sp>
      <p:sp>
        <p:nvSpPr>
          <p:cNvPr name="AutoShape 24" id="24"/>
          <p:cNvSpPr/>
          <p:nvPr/>
        </p:nvSpPr>
        <p:spPr>
          <a:xfrm rot="0" flipH="false" flipV="false">
            <a:off x="522837" y="809299"/>
            <a:ext cx="6532013" cy="1060450"/>
          </a:xfrm>
          <a:prstGeom prst="rect">
            <a:avLst/>
          </a:prstGeom>
          <a:noFill/>
          <a:ln w="12700">
            <a:noFill/>
            <a:prstDash val="solid"/>
          </a:ln>
        </p:spPr>
        <p:txBody>
          <a:bodyPr anchor="t" rtlCol="false" wrap="square" lIns="91440" rIns="91440" tIns="45720" bIns="45720">
            <a:spAutoFit/>
          </a:bodyPr>
          <a:lstStyle/>
          <a:p>
            <a:pPr algn="l" marL="0" indent="0">
              <a:lnSpc>
                <a:spcPct val="150000"/>
              </a:lnSpc>
              <a:defRPr/>
            </a:pPr>
            <a:r>
              <a:rPr lang="en-US" b="false" i="false" strike="noStrike" u="none" sz="1400">
                <a:solidFill>
                  <a:srgbClr val="FFFFFF"/>
                </a:solidFill>
                <a:latin typeface="微软雅黑"/>
                <a:ea typeface="微软雅黑"/>
                <a:cs typeface="微软雅黑"/>
                <a:sym typeface="微软雅黑"/>
              </a:rPr>
              <a:t>在这里输入你的正文阐述与关键词标题相关的具体内容，若字数太多酌情删减文案在这里输入你的正文阐述与关键词标题相关的具体内容在这里输入你的正文阐述与关键词标题相关的具体内容，若字数太多酌情删减文案</a:t>
            </a:r>
            <a:endParaRPr lang="en-US" sz="1100"/>
          </a:p>
        </p:txBody>
      </p:sp>
      <p:grpSp>
        <p:nvGrpSpPr>
          <p:cNvPr name="Group 25" id="25"/>
          <p:cNvGrpSpPr/>
          <p:nvPr/>
        </p:nvGrpSpPr>
        <p:grpSpPr>
          <a:xfrm>
            <a:off x="8429625" y="137795"/>
            <a:ext cx="3343910" cy="429571"/>
            <a:chOff x="8429625" y="137795"/>
            <a:chExt cx="3343910" cy="429571"/>
          </a:xfrm>
        </p:grpSpPr>
        <p:grpSp>
          <p:nvGrpSpPr>
            <p:cNvPr name="Group 26" id="26"/>
            <p:cNvGrpSpPr/>
            <p:nvPr/>
          </p:nvGrpSpPr>
          <p:grpSpPr>
            <a:xfrm>
              <a:off x="10515922" y="137795"/>
              <a:ext cx="1257613" cy="429571"/>
              <a:chOff x="10515922" y="137795"/>
              <a:chExt cx="1257613" cy="429571"/>
            </a:xfrm>
          </p:grpSpPr>
          <p:pic>
            <p:nvPicPr>
              <p:cNvPr name="Picture 27" id="27"/>
              <p:cNvPicPr>
                <a:picLocks noChangeAspect="true"/>
              </p:cNvPicPr>
              <p:nvPr/>
            </p:nvPicPr>
            <p:blipFill>
              <a:blip r:embed="rId3"/>
              <a:srcRect l="0" r="0" t="0" b="0"/>
              <a:stretch>
                <a:fillRect/>
              </a:stretch>
            </p:blipFill>
            <p:spPr>
              <a:xfrm rot="0" flipH="false" flipV="false">
                <a:off x="10515922" y="320122"/>
                <a:ext cx="15208" cy="227055"/>
              </a:xfrm>
              <a:prstGeom prst="rect">
                <a:avLst/>
              </a:prstGeom>
              <a:ln w="12700">
                <a:noFill/>
                <a:prstDash val="solid"/>
              </a:ln>
            </p:spPr>
          </p:pic>
          <p:pic>
            <p:nvPicPr>
              <p:cNvPr name="Picture 28" id="28"/>
              <p:cNvPicPr>
                <a:picLocks noChangeAspect="true"/>
              </p:cNvPicPr>
              <p:nvPr/>
            </p:nvPicPr>
            <p:blipFill>
              <a:blip r:embed="rId4"/>
              <a:srcRect l="0" r="0" t="0" b="0"/>
              <a:stretch>
                <a:fillRect/>
              </a:stretch>
            </p:blipFill>
            <p:spPr>
              <a:xfrm rot="0" flipH="false" flipV="false">
                <a:off x="10632931" y="137795"/>
                <a:ext cx="1140604" cy="429571"/>
              </a:xfrm>
              <a:prstGeom prst="rect">
                <a:avLst/>
              </a:prstGeom>
              <a:ln w="12700">
                <a:noFill/>
                <a:prstDash val="solid"/>
              </a:ln>
            </p:spPr>
          </p:pic>
        </p:grpSp>
        <p:pic>
          <p:nvPicPr>
            <p:cNvPr name="Picture 29" id="29"/>
            <p:cNvPicPr>
              <a:picLocks noChangeAspect="true"/>
            </p:cNvPicPr>
            <p:nvPr/>
          </p:nvPicPr>
          <p:blipFill>
            <a:blip r:embed="rId5"/>
            <a:srcRect l="0" r="0" t="0" b="0"/>
            <a:stretch>
              <a:fillRect/>
            </a:stretch>
          </p:blipFill>
          <p:spPr>
            <a:xfrm rot="0" flipH="false" flipV="false">
              <a:off x="8429625" y="163575"/>
              <a:ext cx="1984496" cy="377699"/>
            </a:xfrm>
            <a:prstGeom prst="rect">
              <a:avLst/>
            </a:prstGeom>
            <a:ln w="12700">
              <a:noFill/>
              <a:prstDash val="solid"/>
            </a:ln>
          </p:spPr>
        </p:pic>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1034415" y="1033145"/>
            <a:ext cx="9989820" cy="5622925"/>
            <a:chOff x="1034415" y="1033145"/>
            <a:chExt cx="9989820" cy="5622925"/>
          </a:xfrm>
        </p:grpSpPr>
        <p:sp>
          <p:nvSpPr>
            <p:cNvPr name="AutoShape 3" id="3"/>
            <p:cNvSpPr/>
            <p:nvPr/>
          </p:nvSpPr>
          <p:spPr>
            <a:xfrm rot="0" flipH="false" flipV="false">
              <a:off x="3931920" y="1033145"/>
              <a:ext cx="4401820" cy="42989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200">
                  <a:solidFill>
                    <a:srgbClr val="000000"/>
                  </a:solidFill>
                  <a:latin typeface="Microsoft YaHei Bold"/>
                  <a:ea typeface="Microsoft YaHei Bold"/>
                  <a:cs typeface="Microsoft YaHei Bold"/>
                  <a:sym typeface="Microsoft YaHei Bold"/>
                </a:rPr>
                <a:t>全球超级 AI 医院商业架构 (v3.0)</a:t>
              </a:r>
              <a:endParaRPr lang="en-US" sz="1100"/>
            </a:p>
          </p:txBody>
        </p:sp>
        <p:sp>
          <p:nvSpPr>
            <p:cNvPr name="AutoShape 4" id="4"/>
            <p:cNvSpPr/>
            <p:nvPr/>
          </p:nvSpPr>
          <p:spPr>
            <a:xfrm rot="0" flipH="false" flipV="false">
              <a:off x="1035685" y="1612265"/>
              <a:ext cx="2336165" cy="337185"/>
            </a:xfrm>
            <a:prstGeom prst="rect">
              <a:avLst/>
            </a:prstGeom>
            <a:solidFill>
              <a:srgbClr val="773FC4">
                <a:alpha val="100000"/>
              </a:srgbClr>
            </a:solid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FFFFFF"/>
                  </a:solidFill>
                  <a:latin typeface="Microsoft YaHei Bold"/>
                  <a:ea typeface="Microsoft YaHei Bold"/>
                  <a:cs typeface="Microsoft YaHei Bold"/>
                  <a:sym typeface="Microsoft YaHei Bold"/>
                </a:rPr>
                <a:t>核心战略：纵横捭阖</a:t>
              </a:r>
              <a:endParaRPr lang="en-US" sz="1100"/>
            </a:p>
          </p:txBody>
        </p:sp>
        <p:sp>
          <p:nvSpPr>
            <p:cNvPr name="AutoShape 5" id="5"/>
            <p:cNvSpPr/>
            <p:nvPr/>
          </p:nvSpPr>
          <p:spPr>
            <a:xfrm rot="0" flipH="false" flipV="false">
              <a:off x="4595495" y="1612265"/>
              <a:ext cx="2638425" cy="337185"/>
            </a:xfrm>
            <a:prstGeom prst="rect">
              <a:avLst/>
            </a:prstGeom>
            <a:solidFill>
              <a:srgbClr val="773FC4">
                <a:alpha val="99000"/>
              </a:srgbClr>
            </a:solid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FFFFFF"/>
                  </a:solidFill>
                  <a:latin typeface="Microsoft YaHei Bold"/>
                  <a:ea typeface="Microsoft YaHei Bold"/>
                  <a:cs typeface="Microsoft YaHei Bold"/>
                  <a:sym typeface="Microsoft YaHei Bold"/>
                </a:rPr>
                <a:t>垂直深耕：肝病/抗衰</a:t>
              </a:r>
              <a:endParaRPr lang="en-US" sz="1100"/>
            </a:p>
          </p:txBody>
        </p:sp>
        <p:sp>
          <p:nvSpPr>
            <p:cNvPr name="AutoShape 6" id="6"/>
            <p:cNvSpPr/>
            <p:nvPr/>
          </p:nvSpPr>
          <p:spPr>
            <a:xfrm rot="0" flipH="false" flipV="false">
              <a:off x="8642985" y="1612265"/>
              <a:ext cx="2324735" cy="337185"/>
            </a:xfrm>
            <a:prstGeom prst="rect">
              <a:avLst/>
            </a:prstGeom>
            <a:solidFill>
              <a:srgbClr val="773FC4">
                <a:alpha val="99000"/>
              </a:srgbClr>
            </a:solid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FFFFFF"/>
                  </a:solidFill>
                  <a:latin typeface="Microsoft YaHei Bold"/>
                  <a:ea typeface="Microsoft YaHei Bold"/>
                  <a:cs typeface="Microsoft YaHei Bold"/>
                  <a:sym typeface="Microsoft YaHei Bold"/>
                </a:rPr>
                <a:t>技术基座：数据联盟</a:t>
              </a:r>
              <a:endParaRPr lang="en-US" sz="1100"/>
            </a:p>
          </p:txBody>
        </p:sp>
        <p:grpSp>
          <p:nvGrpSpPr>
            <p:cNvPr name="Group 7" id="7"/>
            <p:cNvGrpSpPr/>
            <p:nvPr/>
          </p:nvGrpSpPr>
          <p:grpSpPr>
            <a:xfrm>
              <a:off x="1034415" y="5264785"/>
              <a:ext cx="9989820" cy="1391285"/>
              <a:chOff x="1034415" y="5264785"/>
              <a:chExt cx="9989820" cy="1391285"/>
            </a:xfrm>
          </p:grpSpPr>
          <p:sp>
            <p:nvSpPr>
              <p:cNvPr name="AutoShape 8" id="8"/>
              <p:cNvSpPr/>
              <p:nvPr/>
            </p:nvSpPr>
            <p:spPr>
              <a:xfrm rot="0" flipH="false" flipV="false">
                <a:off x="1034415" y="5264785"/>
                <a:ext cx="9989820" cy="1391285"/>
              </a:xfrm>
              <a:prstGeom prst="roundRect">
                <a:avLst>
                  <a:gd name="adj" fmla="val 11110"/>
                </a:avLst>
              </a:prstGeom>
              <a:solidFill>
                <a:srgbClr val="7A2BC1">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9" id="9"/>
              <p:cNvSpPr/>
              <p:nvPr/>
            </p:nvSpPr>
            <p:spPr>
              <a:xfrm rot="0" flipH="false" flipV="false">
                <a:off x="1127125" y="6009005"/>
                <a:ext cx="1740535" cy="33718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FFFFFF"/>
                    </a:solidFill>
                    <a:latin typeface="Microsoft YaHei Bold"/>
                    <a:ea typeface="Microsoft YaHei Bold"/>
                    <a:cs typeface="Microsoft YaHei Bold"/>
                    <a:sym typeface="Microsoft YaHei Bold"/>
                  </a:rPr>
                  <a:t>数据技术联盟</a:t>
                </a:r>
                <a:endParaRPr lang="en-US" sz="1100"/>
              </a:p>
            </p:txBody>
          </p:sp>
          <p:sp>
            <p:nvSpPr>
              <p:cNvPr name="AutoShape 10" id="10"/>
              <p:cNvSpPr/>
              <p:nvPr/>
            </p:nvSpPr>
            <p:spPr>
              <a:xfrm rot="0" flipH="false" flipV="false">
                <a:off x="3425825" y="5395595"/>
                <a:ext cx="3504565" cy="36830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800">
                    <a:solidFill>
                      <a:srgbClr val="FFFFFF"/>
                    </a:solidFill>
                    <a:latin typeface="Microsoft YaHei Bold"/>
                    <a:ea typeface="Microsoft YaHei Bold"/>
                    <a:cs typeface="Microsoft YaHei Bold"/>
                    <a:sym typeface="Microsoft YaHei Bold"/>
                  </a:rPr>
                  <a:t>功能 A: SaaS 强管控</a:t>
                </a:r>
                <a:endParaRPr lang="en-US" sz="1100"/>
              </a:p>
            </p:txBody>
          </p:sp>
          <p:sp>
            <p:nvSpPr>
              <p:cNvPr name="AutoShape 11" id="11"/>
              <p:cNvSpPr/>
              <p:nvPr/>
            </p:nvSpPr>
            <p:spPr>
              <a:xfrm rot="0" flipH="false" flipV="false">
                <a:off x="3393440" y="5845810"/>
                <a:ext cx="3503295" cy="52197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400">
                    <a:solidFill>
                      <a:srgbClr val="FFFFFF"/>
                    </a:solidFill>
                    <a:latin typeface="Microsoft YaHei"/>
                    <a:ea typeface="Microsoft YaHei"/>
                    <a:cs typeface="Microsoft YaHei"/>
                    <a:sym typeface="Microsoft YaHei"/>
                  </a:rPr>
                  <a:t>提供医院、保险SaaS系统，“免费”换取核心数据所有权，防止飞单，掌控全流程</a:t>
                </a:r>
                <a:endParaRPr lang="en-US" sz="1100"/>
              </a:p>
            </p:txBody>
          </p:sp>
          <p:sp>
            <p:nvSpPr>
              <p:cNvPr name="AutoShape 12" id="12"/>
              <p:cNvSpPr/>
              <p:nvPr/>
            </p:nvSpPr>
            <p:spPr>
              <a:xfrm rot="0" flipH="false" flipV="false">
                <a:off x="7409815" y="5395595"/>
                <a:ext cx="3503930" cy="36830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800">
                    <a:solidFill>
                      <a:srgbClr val="FFFFFF"/>
                    </a:solidFill>
                    <a:latin typeface="Microsoft YaHei Bold"/>
                    <a:ea typeface="Microsoft YaHei Bold"/>
                    <a:cs typeface="Microsoft YaHei Bold"/>
                    <a:sym typeface="Microsoft YaHei Bold"/>
                  </a:rPr>
                  <a:t>功能B: AI流量投喂</a:t>
                </a:r>
                <a:endParaRPr lang="en-US" sz="1100"/>
              </a:p>
            </p:txBody>
          </p:sp>
          <p:sp>
            <p:nvSpPr>
              <p:cNvPr name="AutoShape 13" id="13"/>
              <p:cNvSpPr/>
              <p:nvPr/>
            </p:nvSpPr>
            <p:spPr>
              <a:xfrm rot="0" flipH="false" flipV="false">
                <a:off x="7419975" y="5845810"/>
                <a:ext cx="3096895" cy="52197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400">
                    <a:solidFill>
                      <a:srgbClr val="FFFFFF"/>
                    </a:solidFill>
                    <a:latin typeface="Microsoft YaHei"/>
                    <a:ea typeface="Microsoft YaHei"/>
                    <a:cs typeface="Microsoft YaHei"/>
                    <a:sym typeface="Microsoft YaHei"/>
                  </a:rPr>
                  <a:t>向搜索引擎投喂独家医疗方案。用户搜索即被拦截，自动推荐至联盟体系。</a:t>
                </a:r>
                <a:endParaRPr lang="en-US" sz="1100"/>
              </a:p>
            </p:txBody>
          </p:sp>
          <p:pic>
            <p:nvPicPr>
              <p:cNvPr name="Picture 14" id="14"/>
              <p:cNvPicPr>
                <a:picLocks noChangeAspect="true"/>
              </p:cNvPicPr>
              <p:nvPr/>
            </p:nvPicPr>
            <p:blipFill>
              <a:blip r:embed="rId2"/>
              <a:srcRect l="0" r="0" t="0" b="0"/>
              <a:stretch>
                <a:fillRect/>
              </a:stretch>
            </p:blipFill>
            <p:spPr>
              <a:xfrm rot="0" flipH="false" flipV="false">
                <a:off x="1744980" y="5395595"/>
                <a:ext cx="504190" cy="504190"/>
              </a:xfrm>
              <a:prstGeom prst="rect">
                <a:avLst/>
              </a:prstGeom>
              <a:ln w="12700">
                <a:noFill/>
                <a:prstDash val="solid"/>
              </a:ln>
            </p:spPr>
          </p:pic>
          <p:cxnSp>
            <p:nvCxnSpPr>
              <p:cNvPr name="Connector 15" id="15"/>
              <p:cNvCxnSpPr/>
              <p:nvPr/>
            </p:nvCxnSpPr>
            <p:spPr>
              <a:xfrm rot="0" flipH="false" flipV="false">
                <a:off x="2949575" y="5588000"/>
                <a:ext cx="0" cy="706755"/>
              </a:xfrm>
              <a:prstGeom prst="line">
                <a:avLst/>
              </a:prstGeom>
              <a:noFill/>
              <a:ln w="12700" cap="flat">
                <a:solidFill>
                  <a:srgbClr val="FFFFFF">
                    <a:alpha val="100000"/>
                  </a:srgbClr>
                </a:solidFill>
                <a:prstDash val="solid"/>
                <a:headEnd type="none" w="med" len="med"/>
                <a:tailEnd type="none" w="med" len="med"/>
              </a:ln>
            </p:spPr>
          </p:cxnSp>
        </p:grpSp>
        <p:grpSp>
          <p:nvGrpSpPr>
            <p:cNvPr name="Group 16" id="16"/>
            <p:cNvGrpSpPr/>
            <p:nvPr/>
          </p:nvGrpSpPr>
          <p:grpSpPr>
            <a:xfrm>
              <a:off x="1059180" y="2088515"/>
              <a:ext cx="2286635" cy="3037205"/>
              <a:chOff x="1059180" y="2088515"/>
              <a:chExt cx="2286635" cy="3037205"/>
            </a:xfrm>
          </p:grpSpPr>
          <p:sp>
            <p:nvSpPr>
              <p:cNvPr name="AutoShape 17" id="17"/>
              <p:cNvSpPr/>
              <p:nvPr/>
            </p:nvSpPr>
            <p:spPr>
              <a:xfrm rot="0" flipH="false" flipV="false">
                <a:off x="1059180" y="2088515"/>
                <a:ext cx="2286635" cy="3037205"/>
              </a:xfrm>
              <a:prstGeom prst="roundRect">
                <a:avLst>
                  <a:gd name="adj" fmla="val 4442"/>
                </a:avLst>
              </a:prstGeom>
              <a:solidFill>
                <a:srgbClr val="A13CD6">
                  <a:alpha val="6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18" id="18"/>
              <p:cNvSpPr/>
              <p:nvPr/>
            </p:nvSpPr>
            <p:spPr>
              <a:xfrm rot="0" flipH="false" flipV="false">
                <a:off x="1425575" y="4761230"/>
                <a:ext cx="1524000" cy="33718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7031A0"/>
                    </a:solidFill>
                    <a:latin typeface="Microsoft YaHei Bold"/>
                    <a:ea typeface="Microsoft YaHei Bold"/>
                    <a:cs typeface="Microsoft YaHei Bold"/>
                    <a:sym typeface="Microsoft YaHei Bold"/>
                  </a:rPr>
                  <a:t>01.精准导流</a:t>
                </a:r>
                <a:endParaRPr lang="en-US" sz="1100"/>
              </a:p>
            </p:txBody>
          </p:sp>
          <p:sp>
            <p:nvSpPr>
              <p:cNvPr name="AutoShape 19" id="19"/>
              <p:cNvSpPr/>
              <p:nvPr/>
            </p:nvSpPr>
            <p:spPr>
              <a:xfrm rot="0" flipH="false" flipV="false">
                <a:off x="1059180" y="2094865"/>
                <a:ext cx="2286635" cy="521970"/>
              </a:xfrm>
              <a:prstGeom prst="roundRect">
                <a:avLst>
                  <a:gd name="adj" fmla="val 4443"/>
                </a:avLst>
              </a:prstGeom>
              <a:solidFill>
                <a:srgbClr val="7030A0">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1400">
                    <a:solidFill>
                      <a:srgbClr val="FFFFFF"/>
                    </a:solidFill>
                    <a:latin typeface="Microsoft YaHei Bold"/>
                    <a:ea typeface="Microsoft YaHei Bold"/>
                    <a:cs typeface="Microsoft YaHei Bold"/>
                    <a:sym typeface="Microsoft YaHei Bold"/>
                  </a:rPr>
                  <a:t>需求端（流量引擎）</a:t>
                </a:r>
                <a:endParaRPr lang="en-US" sz="1100"/>
              </a:p>
            </p:txBody>
          </p:sp>
          <p:grpSp>
            <p:nvGrpSpPr>
              <p:cNvPr name="Group 20" id="20"/>
              <p:cNvGrpSpPr/>
              <p:nvPr/>
            </p:nvGrpSpPr>
            <p:grpSpPr>
              <a:xfrm>
                <a:off x="1263015" y="2764790"/>
                <a:ext cx="1879600" cy="874395"/>
                <a:chOff x="1263015" y="2764790"/>
                <a:chExt cx="1879600" cy="874395"/>
              </a:xfrm>
            </p:grpSpPr>
            <p:sp>
              <p:nvSpPr>
                <p:cNvPr name="AutoShape 21" id="21"/>
                <p:cNvSpPr/>
                <p:nvPr/>
              </p:nvSpPr>
              <p:spPr>
                <a:xfrm rot="0" flipH="false" flipV="false">
                  <a:off x="1263015" y="2764790"/>
                  <a:ext cx="1879600" cy="874395"/>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22" id="22"/>
                <p:cNvSpPr/>
                <p:nvPr/>
              </p:nvSpPr>
              <p:spPr>
                <a:xfrm rot="0" flipH="false" flipV="false">
                  <a:off x="1263015" y="2804795"/>
                  <a:ext cx="975360"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健旅联盟</a:t>
                  </a:r>
                  <a:endParaRPr lang="en-US" sz="1100"/>
                </a:p>
              </p:txBody>
            </p:sp>
            <p:sp>
              <p:nvSpPr>
                <p:cNvPr name="AutoShape 23" id="23"/>
                <p:cNvSpPr/>
                <p:nvPr/>
              </p:nvSpPr>
              <p:spPr>
                <a:xfrm rot="0" flipH="false" flipV="false">
                  <a:off x="1263015" y="3090545"/>
                  <a:ext cx="1830705" cy="46037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200">
                      <a:solidFill>
                        <a:srgbClr val="000000"/>
                      </a:solidFill>
                      <a:latin typeface="Microsoft YaHei Regular"/>
                      <a:ea typeface="Microsoft YaHei Regular"/>
                      <a:cs typeface="Microsoft YaHei Regular"/>
                      <a:sym typeface="Microsoft YaHei Regular"/>
                    </a:rPr>
                    <a:t>整合旅行社与GEO，精准拦截高净值客户。</a:t>
                  </a:r>
                  <a:endParaRPr lang="en-US" sz="1100"/>
                </a:p>
              </p:txBody>
            </p:sp>
          </p:grpSp>
          <p:grpSp>
            <p:nvGrpSpPr>
              <p:cNvPr name="Group 24" id="24"/>
              <p:cNvGrpSpPr/>
              <p:nvPr/>
            </p:nvGrpSpPr>
            <p:grpSpPr>
              <a:xfrm>
                <a:off x="1263015" y="3749040"/>
                <a:ext cx="1879600" cy="874395"/>
                <a:chOff x="1263015" y="3749040"/>
                <a:chExt cx="1879600" cy="874395"/>
              </a:xfrm>
            </p:grpSpPr>
            <p:sp>
              <p:nvSpPr>
                <p:cNvPr name="AutoShape 25" id="25"/>
                <p:cNvSpPr/>
                <p:nvPr/>
              </p:nvSpPr>
              <p:spPr>
                <a:xfrm rot="0" flipH="false" flipV="false">
                  <a:off x="1263015" y="3749040"/>
                  <a:ext cx="1879600" cy="874395"/>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26" id="26"/>
                <p:cNvSpPr/>
                <p:nvPr/>
              </p:nvSpPr>
              <p:spPr>
                <a:xfrm rot="0" flipH="false" flipV="false">
                  <a:off x="1263015" y="3789045"/>
                  <a:ext cx="975360"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保险联盟</a:t>
                  </a:r>
                  <a:endParaRPr lang="en-US" sz="1100"/>
                </a:p>
              </p:txBody>
            </p:sp>
            <p:sp>
              <p:nvSpPr>
                <p:cNvPr name="AutoShape 27" id="27"/>
                <p:cNvSpPr/>
                <p:nvPr/>
              </p:nvSpPr>
              <p:spPr>
                <a:xfrm rot="0" flipH="false" flipV="false">
                  <a:off x="1263015" y="4074795"/>
                  <a:ext cx="1830705" cy="46037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200">
                      <a:solidFill>
                        <a:srgbClr val="000000"/>
                      </a:solidFill>
                      <a:latin typeface="Microsoft YaHei"/>
                      <a:ea typeface="Microsoft YaHei"/>
                      <a:cs typeface="Microsoft YaHei"/>
                      <a:sym typeface="Microsoft YaHei"/>
                    </a:rPr>
                    <a:t>AI诊疗险兜底支付，为高端产品增信。</a:t>
                  </a:r>
                  <a:endParaRPr lang="en-US" sz="1100"/>
                </a:p>
              </p:txBody>
            </p:sp>
          </p:grpSp>
        </p:grpSp>
        <p:grpSp>
          <p:nvGrpSpPr>
            <p:cNvPr name="Group 28" id="28"/>
            <p:cNvGrpSpPr/>
            <p:nvPr/>
          </p:nvGrpSpPr>
          <p:grpSpPr>
            <a:xfrm>
              <a:off x="8706485" y="2088515"/>
              <a:ext cx="2286635" cy="3037205"/>
              <a:chOff x="8706485" y="2088515"/>
              <a:chExt cx="2286635" cy="3037205"/>
            </a:xfrm>
          </p:grpSpPr>
          <p:sp>
            <p:nvSpPr>
              <p:cNvPr name="AutoShape 29" id="29"/>
              <p:cNvSpPr/>
              <p:nvPr/>
            </p:nvSpPr>
            <p:spPr>
              <a:xfrm rot="0" flipH="false" flipV="false">
                <a:off x="8706485" y="2088515"/>
                <a:ext cx="2286635" cy="3037205"/>
              </a:xfrm>
              <a:prstGeom prst="roundRect">
                <a:avLst>
                  <a:gd name="adj" fmla="val 4442"/>
                </a:avLst>
              </a:prstGeom>
              <a:solidFill>
                <a:srgbClr val="A13CD6">
                  <a:alpha val="6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30" id="30"/>
              <p:cNvSpPr/>
              <p:nvPr/>
            </p:nvSpPr>
            <p:spPr>
              <a:xfrm rot="0" flipH="false" flipV="false">
                <a:off x="9102725" y="4748530"/>
                <a:ext cx="1524000" cy="33718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7031A0"/>
                    </a:solidFill>
                    <a:latin typeface="Microsoft YaHei Bold"/>
                    <a:ea typeface="Microsoft YaHei Bold"/>
                    <a:cs typeface="Microsoft YaHei Bold"/>
                    <a:sym typeface="Microsoft YaHei Bold"/>
                  </a:rPr>
                  <a:t>03.持续收益</a:t>
                </a:r>
                <a:endParaRPr lang="en-US" sz="1100"/>
              </a:p>
            </p:txBody>
          </p:sp>
          <p:sp>
            <p:nvSpPr>
              <p:cNvPr name="AutoShape 31" id="31"/>
              <p:cNvSpPr/>
              <p:nvPr/>
            </p:nvSpPr>
            <p:spPr>
              <a:xfrm rot="0" flipH="false" flipV="false">
                <a:off x="8706485" y="2094865"/>
                <a:ext cx="2286635" cy="521970"/>
              </a:xfrm>
              <a:prstGeom prst="roundRect">
                <a:avLst>
                  <a:gd name="adj" fmla="val 4443"/>
                </a:avLst>
              </a:prstGeom>
              <a:solidFill>
                <a:srgbClr val="7030A0">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1400">
                    <a:solidFill>
                      <a:srgbClr val="FFFFFF"/>
                    </a:solidFill>
                    <a:latin typeface="Microsoft YaHei Bold"/>
                    <a:ea typeface="Microsoft YaHei Bold"/>
                    <a:cs typeface="Microsoft YaHei Bold"/>
                    <a:sym typeface="Microsoft YaHei Bold"/>
                  </a:rPr>
                  <a:t>延伸端（长尾价值）</a:t>
                </a:r>
                <a:endParaRPr lang="en-US" sz="1100"/>
              </a:p>
            </p:txBody>
          </p:sp>
          <p:grpSp>
            <p:nvGrpSpPr>
              <p:cNvPr name="Group 32" id="32"/>
              <p:cNvGrpSpPr/>
              <p:nvPr/>
            </p:nvGrpSpPr>
            <p:grpSpPr>
              <a:xfrm>
                <a:off x="8910320" y="2764790"/>
                <a:ext cx="1879600" cy="1858010"/>
                <a:chOff x="8910320" y="2764790"/>
                <a:chExt cx="1879600" cy="1858010"/>
              </a:xfrm>
            </p:grpSpPr>
            <p:sp>
              <p:nvSpPr>
                <p:cNvPr name="AutoShape 33" id="33"/>
                <p:cNvSpPr/>
                <p:nvPr/>
              </p:nvSpPr>
              <p:spPr>
                <a:xfrm rot="0" flipH="false" flipV="false">
                  <a:off x="8910320" y="2764790"/>
                  <a:ext cx="1879600" cy="1858010"/>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34" id="34"/>
                <p:cNvSpPr/>
                <p:nvPr/>
              </p:nvSpPr>
              <p:spPr>
                <a:xfrm rot="0" flipH="false" flipV="false">
                  <a:off x="8910320" y="2804795"/>
                  <a:ext cx="1313815"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保健食品联盟</a:t>
                  </a:r>
                  <a:endParaRPr lang="en-US" sz="1100"/>
                </a:p>
              </p:txBody>
            </p:sp>
            <p:sp>
              <p:nvSpPr>
                <p:cNvPr name="AutoShape 35" id="35"/>
                <p:cNvSpPr/>
                <p:nvPr/>
              </p:nvSpPr>
              <p:spPr>
                <a:xfrm rot="0" flipH="false" flipV="false">
                  <a:off x="8910320" y="3090545"/>
                  <a:ext cx="1830705" cy="64516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200">
                      <a:solidFill>
                        <a:srgbClr val="000000"/>
                      </a:solidFill>
                      <a:latin typeface="Microsoft YaHei Regular"/>
                      <a:ea typeface="Microsoft YaHei Regular"/>
                      <a:cs typeface="Microsoft YaHei Regular"/>
                      <a:sym typeface="Microsoft YaHei Regular"/>
                    </a:rPr>
                    <a:t>特医食品与康复产品。通过院后数据持续服务，提升LTV。</a:t>
                  </a:r>
                  <a:endParaRPr lang="en-US" sz="1100"/>
                </a:p>
              </p:txBody>
            </p:sp>
          </p:grpSp>
          <p:sp>
            <p:nvSpPr>
              <p:cNvPr name="AutoShape 36" id="36"/>
              <p:cNvSpPr/>
              <p:nvPr/>
            </p:nvSpPr>
            <p:spPr>
              <a:xfrm rot="0" flipH="false" flipV="false">
                <a:off x="9005570" y="3795395"/>
                <a:ext cx="759460" cy="245110"/>
              </a:xfrm>
              <a:prstGeom prst="rect">
                <a:avLst/>
              </a:prstGeom>
              <a:solidFill>
                <a:srgbClr val="C00000">
                  <a:alpha val="88000"/>
                </a:srgbClr>
              </a:solid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000">
                    <a:solidFill>
                      <a:srgbClr val="FFFFFF"/>
                    </a:solidFill>
                    <a:latin typeface="Microsoft YaHei Bold"/>
                    <a:ea typeface="Microsoft YaHei Bold"/>
                    <a:cs typeface="Microsoft YaHei Bold"/>
                    <a:sym typeface="Microsoft YaHei Bold"/>
                  </a:rPr>
                  <a:t>高频复购</a:t>
                </a:r>
                <a:endParaRPr lang="en-US" sz="1100"/>
              </a:p>
            </p:txBody>
          </p:sp>
        </p:grpSp>
        <p:sp>
          <p:nvSpPr>
            <p:cNvPr name="AutoShape 37" id="37"/>
            <p:cNvSpPr/>
            <p:nvPr/>
          </p:nvSpPr>
          <p:spPr>
            <a:xfrm rot="0" flipH="false" flipV="false">
              <a:off x="3984625" y="2088515"/>
              <a:ext cx="4082415" cy="3037205"/>
            </a:xfrm>
            <a:prstGeom prst="roundRect">
              <a:avLst>
                <a:gd name="adj" fmla="val 4443"/>
              </a:avLst>
            </a:prstGeom>
            <a:solidFill>
              <a:srgbClr val="A13CD6">
                <a:alpha val="6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38" id="38"/>
            <p:cNvSpPr/>
            <p:nvPr/>
          </p:nvSpPr>
          <p:spPr>
            <a:xfrm rot="0" flipH="false" flipV="false">
              <a:off x="5301615" y="4784090"/>
              <a:ext cx="1524000" cy="33718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600">
                  <a:solidFill>
                    <a:srgbClr val="7031A0"/>
                  </a:solidFill>
                  <a:latin typeface="Microsoft YaHei Bold"/>
                  <a:ea typeface="Microsoft YaHei Bold"/>
                  <a:cs typeface="Microsoft YaHei Bold"/>
                  <a:sym typeface="Microsoft YaHei Bold"/>
                </a:rPr>
                <a:t>02.核心交付</a:t>
              </a:r>
              <a:endParaRPr lang="en-US" sz="1100"/>
            </a:p>
          </p:txBody>
        </p:sp>
        <p:sp>
          <p:nvSpPr>
            <p:cNvPr name="AutoShape 39" id="39"/>
            <p:cNvSpPr/>
            <p:nvPr/>
          </p:nvSpPr>
          <p:spPr>
            <a:xfrm rot="0" flipH="false" flipV="false">
              <a:off x="3998595" y="2094865"/>
              <a:ext cx="4073525" cy="521970"/>
            </a:xfrm>
            <a:prstGeom prst="roundRect">
              <a:avLst>
                <a:gd name="adj" fmla="val 4443"/>
              </a:avLst>
            </a:prstGeom>
            <a:solidFill>
              <a:srgbClr val="7030A0">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1400">
                  <a:solidFill>
                    <a:srgbClr val="FFFFFF"/>
                  </a:solidFill>
                  <a:latin typeface="Microsoft YaHei Bold"/>
                  <a:ea typeface="Microsoft YaHei Bold"/>
                  <a:cs typeface="Microsoft YaHei Bold"/>
                  <a:sym typeface="Microsoft YaHei Bold"/>
                </a:rPr>
                <a:t>供给端（资源壁垒）</a:t>
              </a:r>
              <a:endParaRPr lang="en-US" sz="1100"/>
            </a:p>
          </p:txBody>
        </p:sp>
        <p:grpSp>
          <p:nvGrpSpPr>
            <p:cNvPr name="Group 40" id="40"/>
            <p:cNvGrpSpPr/>
            <p:nvPr/>
          </p:nvGrpSpPr>
          <p:grpSpPr>
            <a:xfrm>
              <a:off x="4156710" y="2728595"/>
              <a:ext cx="1865630" cy="874395"/>
              <a:chOff x="4156710" y="2728595"/>
              <a:chExt cx="1865630" cy="874395"/>
            </a:xfrm>
          </p:grpSpPr>
          <p:sp>
            <p:nvSpPr>
              <p:cNvPr name="AutoShape 41" id="41"/>
              <p:cNvSpPr/>
              <p:nvPr/>
            </p:nvSpPr>
            <p:spPr>
              <a:xfrm rot="0" flipH="false" flipV="false">
                <a:off x="4156710" y="2728595"/>
                <a:ext cx="1830705" cy="874395"/>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42" id="42"/>
              <p:cNvSpPr/>
              <p:nvPr/>
            </p:nvSpPr>
            <p:spPr>
              <a:xfrm rot="0" flipH="false" flipV="false">
                <a:off x="4191635" y="2760345"/>
                <a:ext cx="975360"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医院联盟</a:t>
                </a:r>
                <a:endParaRPr lang="en-US" sz="1100"/>
              </a:p>
            </p:txBody>
          </p:sp>
          <p:sp>
            <p:nvSpPr>
              <p:cNvPr name="AutoShape 43" id="43"/>
              <p:cNvSpPr/>
              <p:nvPr/>
            </p:nvSpPr>
            <p:spPr>
              <a:xfrm rot="0" flipH="false" flipV="false">
                <a:off x="4191635" y="3063240"/>
                <a:ext cx="1830705" cy="42989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100">
                    <a:solidFill>
                      <a:srgbClr val="000000"/>
                    </a:solidFill>
                    <a:latin typeface="Microsoft YaHei"/>
                    <a:ea typeface="Microsoft YaHei"/>
                    <a:cs typeface="Microsoft YaHei"/>
                    <a:sym typeface="Microsoft YaHei"/>
                  </a:rPr>
                  <a:t>海南乐城特许牌照与物理空间。</a:t>
                </a:r>
                <a:endParaRPr lang="en-US" sz="1100"/>
              </a:p>
            </p:txBody>
          </p:sp>
        </p:grpSp>
        <p:grpSp>
          <p:nvGrpSpPr>
            <p:cNvPr name="Group 44" id="44"/>
            <p:cNvGrpSpPr/>
            <p:nvPr/>
          </p:nvGrpSpPr>
          <p:grpSpPr>
            <a:xfrm>
              <a:off x="6067425" y="2728595"/>
              <a:ext cx="1865630" cy="874395"/>
              <a:chOff x="6067425" y="2728595"/>
              <a:chExt cx="1865630" cy="874395"/>
            </a:xfrm>
          </p:grpSpPr>
          <p:sp>
            <p:nvSpPr>
              <p:cNvPr name="AutoShape 45" id="45"/>
              <p:cNvSpPr/>
              <p:nvPr/>
            </p:nvSpPr>
            <p:spPr>
              <a:xfrm rot="0" flipH="false" flipV="false">
                <a:off x="6067425" y="2728595"/>
                <a:ext cx="1830705" cy="874395"/>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46" id="46"/>
              <p:cNvSpPr/>
              <p:nvPr/>
            </p:nvSpPr>
            <p:spPr>
              <a:xfrm rot="0" flipH="false" flipV="false">
                <a:off x="6102350" y="2760345"/>
                <a:ext cx="975360"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医生联盟</a:t>
                </a:r>
                <a:endParaRPr lang="en-US" sz="1100"/>
              </a:p>
            </p:txBody>
          </p:sp>
          <p:sp>
            <p:nvSpPr>
              <p:cNvPr name="AutoShape 47" id="47"/>
              <p:cNvSpPr/>
              <p:nvPr/>
            </p:nvSpPr>
            <p:spPr>
              <a:xfrm rot="0" flipH="false" flipV="false">
                <a:off x="6102350" y="3063240"/>
                <a:ext cx="1830705" cy="42989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100">
                    <a:solidFill>
                      <a:srgbClr val="000000"/>
                    </a:solidFill>
                    <a:latin typeface="Microsoft YaHei"/>
                    <a:ea typeface="Microsoft YaHei"/>
                    <a:cs typeface="Microsoft YaHei"/>
                    <a:sym typeface="Microsoft YaHei"/>
                  </a:rPr>
                  <a:t>MDT会诊与飞刀手术专家库。</a:t>
                </a:r>
                <a:endParaRPr lang="en-US" sz="1100"/>
              </a:p>
            </p:txBody>
          </p:sp>
        </p:grpSp>
        <p:grpSp>
          <p:nvGrpSpPr>
            <p:cNvPr name="Group 48" id="48"/>
            <p:cNvGrpSpPr/>
            <p:nvPr/>
          </p:nvGrpSpPr>
          <p:grpSpPr>
            <a:xfrm>
              <a:off x="4156710" y="3735705"/>
              <a:ext cx="1865630" cy="707390"/>
              <a:chOff x="4156710" y="3735705"/>
              <a:chExt cx="1865630" cy="707390"/>
            </a:xfrm>
          </p:grpSpPr>
          <p:sp>
            <p:nvSpPr>
              <p:cNvPr name="AutoShape 49" id="49"/>
              <p:cNvSpPr/>
              <p:nvPr/>
            </p:nvSpPr>
            <p:spPr>
              <a:xfrm rot="0" flipH="false" flipV="false">
                <a:off x="4156710" y="3735705"/>
                <a:ext cx="1830705" cy="707390"/>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50" id="50"/>
              <p:cNvSpPr/>
              <p:nvPr/>
            </p:nvSpPr>
            <p:spPr>
              <a:xfrm rot="0" flipH="false" flipV="false">
                <a:off x="4191635" y="3767455"/>
                <a:ext cx="975360"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药品联盟</a:t>
                </a:r>
                <a:endParaRPr lang="en-US" sz="1100"/>
              </a:p>
            </p:txBody>
          </p:sp>
          <p:sp>
            <p:nvSpPr>
              <p:cNvPr name="AutoShape 51" id="51"/>
              <p:cNvSpPr/>
              <p:nvPr/>
            </p:nvSpPr>
            <p:spPr>
              <a:xfrm rot="0" flipH="false" flipV="false">
                <a:off x="4191635" y="4070350"/>
                <a:ext cx="1830705" cy="26035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100">
                    <a:solidFill>
                      <a:srgbClr val="000000"/>
                    </a:solidFill>
                    <a:latin typeface="Microsoft YaHei"/>
                    <a:ea typeface="Microsoft YaHei"/>
                    <a:cs typeface="Microsoft YaHei"/>
                    <a:sym typeface="Microsoft YaHei"/>
                  </a:rPr>
                  <a:t>全球特药同步，人无我有。</a:t>
                </a:r>
                <a:endParaRPr lang="en-US" sz="1100"/>
              </a:p>
            </p:txBody>
          </p:sp>
        </p:grpSp>
        <p:grpSp>
          <p:nvGrpSpPr>
            <p:cNvPr name="Group 52" id="52"/>
            <p:cNvGrpSpPr/>
            <p:nvPr/>
          </p:nvGrpSpPr>
          <p:grpSpPr>
            <a:xfrm>
              <a:off x="6067425" y="3735705"/>
              <a:ext cx="1865630" cy="706120"/>
              <a:chOff x="6067425" y="3735705"/>
              <a:chExt cx="1865630" cy="706120"/>
            </a:xfrm>
          </p:grpSpPr>
          <p:sp>
            <p:nvSpPr>
              <p:cNvPr name="AutoShape 53" id="53"/>
              <p:cNvSpPr/>
              <p:nvPr/>
            </p:nvSpPr>
            <p:spPr>
              <a:xfrm rot="0" flipH="false" flipV="false">
                <a:off x="6067425" y="3735705"/>
                <a:ext cx="1830705" cy="706120"/>
              </a:xfrm>
              <a:prstGeom prst="rect">
                <a:avLst/>
              </a:prstGeom>
              <a:solidFill>
                <a:srgbClr val="FFFFFF">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54" id="54"/>
              <p:cNvSpPr/>
              <p:nvPr/>
            </p:nvSpPr>
            <p:spPr>
              <a:xfrm rot="0" flipH="false" flipV="false">
                <a:off x="6102350" y="3767455"/>
                <a:ext cx="975360" cy="3067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器械联盟</a:t>
                </a:r>
                <a:endParaRPr lang="en-US" sz="1100"/>
              </a:p>
            </p:txBody>
          </p:sp>
          <p:sp>
            <p:nvSpPr>
              <p:cNvPr name="AutoShape 55" id="55"/>
              <p:cNvSpPr/>
              <p:nvPr/>
            </p:nvSpPr>
            <p:spPr>
              <a:xfrm rot="0" flipH="false" flipV="false">
                <a:off x="6102350" y="4070350"/>
                <a:ext cx="1830705" cy="26035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100">
                    <a:solidFill>
                      <a:srgbClr val="000000"/>
                    </a:solidFill>
                    <a:latin typeface="Microsoft YaHei"/>
                    <a:ea typeface="Microsoft YaHei"/>
                    <a:cs typeface="Microsoft YaHei"/>
                    <a:sym typeface="Microsoft YaHei"/>
                  </a:rPr>
                  <a:t>超声碎化等尖端设备引入。</a:t>
                </a:r>
                <a:endParaRPr lang="en-US" sz="1100"/>
              </a:p>
            </p:txBody>
          </p:sp>
        </p:grpSp>
        <p:sp>
          <p:nvSpPr>
            <p:cNvPr name="AutoShape 56" id="56"/>
            <p:cNvSpPr/>
            <p:nvPr/>
          </p:nvSpPr>
          <p:spPr>
            <a:xfrm rot="0" flipH="false" flipV="false">
              <a:off x="7233285" y="2203450"/>
              <a:ext cx="664845" cy="289560"/>
            </a:xfrm>
            <a:prstGeom prst="roundRect">
              <a:avLst>
                <a:gd name="adj" fmla="val 16667"/>
              </a:avLst>
            </a:prstGeom>
            <a:solidFill>
              <a:srgbClr val="F5F7F9">
                <a:alpha val="44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200">
                  <a:solidFill>
                    <a:srgbClr val="FFFF00"/>
                  </a:solidFill>
                  <a:latin typeface="Microsoft YaHei Bold"/>
                  <a:ea typeface="Microsoft YaHei Bold"/>
                  <a:cs typeface="Microsoft YaHei Bold"/>
                  <a:sym typeface="Microsoft YaHei Bold"/>
                </a:rPr>
                <a:t>交付</a:t>
              </a:r>
              <a:endParaRPr lang="en-US" sz="1100"/>
            </a:p>
          </p:txBody>
        </p:sp>
        <p:sp>
          <p:nvSpPr>
            <p:cNvPr name="AutoShape 57" id="57"/>
            <p:cNvSpPr/>
            <p:nvPr/>
          </p:nvSpPr>
          <p:spPr>
            <a:xfrm rot="0" flipH="false" flipV="false">
              <a:off x="4156075" y="4443095"/>
              <a:ext cx="3741420" cy="306705"/>
            </a:xfrm>
            <a:prstGeom prst="rect">
              <a:avLst/>
            </a:prstGeom>
            <a:noFill/>
            <a:ln w="12700">
              <a:solidFill>
                <a:srgbClr val="7031A0">
                  <a:alpha val="100000"/>
                </a:srgbClr>
              </a:solid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7031A0"/>
                  </a:solidFill>
                  <a:latin typeface="Microsoft YaHei Bold"/>
                  <a:ea typeface="Microsoft YaHei Bold"/>
                  <a:cs typeface="Microsoft YaHei Bold"/>
                  <a:sym typeface="Microsoft YaHei Bold"/>
                </a:rPr>
                <a:t>医·药·械·院——四位一体</a:t>
              </a:r>
              <a:endParaRPr lang="en-US" sz="1100"/>
            </a:p>
          </p:txBody>
        </p:sp>
        <p:sp>
          <p:nvSpPr>
            <p:cNvPr name="AutoShape 58" id="58"/>
            <p:cNvSpPr/>
            <p:nvPr/>
          </p:nvSpPr>
          <p:spPr>
            <a:xfrm rot="0" flipH="false" flipV="false">
              <a:off x="2680970" y="2203450"/>
              <a:ext cx="664845" cy="289560"/>
            </a:xfrm>
            <a:prstGeom prst="roundRect">
              <a:avLst>
                <a:gd name="adj" fmla="val 16667"/>
              </a:avLst>
            </a:prstGeom>
            <a:solidFill>
              <a:srgbClr val="F5F7F9">
                <a:alpha val="44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200">
                  <a:solidFill>
                    <a:srgbClr val="FFFF00"/>
                  </a:solidFill>
                  <a:latin typeface="Microsoft YaHei Bold"/>
                  <a:ea typeface="Microsoft YaHei Bold"/>
                  <a:cs typeface="Microsoft YaHei Bold"/>
                  <a:sym typeface="Microsoft YaHei Bold"/>
                </a:rPr>
                <a:t>获客</a:t>
              </a:r>
              <a:endParaRPr lang="en-US" sz="1100"/>
            </a:p>
          </p:txBody>
        </p:sp>
        <p:sp>
          <p:nvSpPr>
            <p:cNvPr name="AutoShape 59" id="59"/>
            <p:cNvSpPr/>
            <p:nvPr/>
          </p:nvSpPr>
          <p:spPr>
            <a:xfrm rot="0" flipH="false" flipV="false">
              <a:off x="10328275" y="2203450"/>
              <a:ext cx="664845" cy="289560"/>
            </a:xfrm>
            <a:prstGeom prst="roundRect">
              <a:avLst>
                <a:gd name="adj" fmla="val 16667"/>
              </a:avLst>
            </a:prstGeom>
            <a:solidFill>
              <a:srgbClr val="F5F7F9">
                <a:alpha val="44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200">
                  <a:solidFill>
                    <a:srgbClr val="FFFF00"/>
                  </a:solidFill>
                  <a:latin typeface="Microsoft YaHei Bold"/>
                  <a:ea typeface="Microsoft YaHei Bold"/>
                  <a:cs typeface="Microsoft YaHei Bold"/>
                  <a:sym typeface="Microsoft YaHei Bold"/>
                </a:rPr>
                <a:t>变现</a:t>
              </a:r>
              <a:endParaRPr lang="en-US" sz="1100"/>
            </a:p>
          </p:txBody>
        </p:sp>
        <p:sp>
          <p:nvSpPr>
            <p:cNvPr name="AutoShape 60" id="60"/>
            <p:cNvSpPr/>
            <p:nvPr/>
          </p:nvSpPr>
          <p:spPr>
            <a:xfrm rot="0" flipH="false" flipV="false">
              <a:off x="3425825" y="3550920"/>
              <a:ext cx="489585" cy="365760"/>
            </a:xfrm>
            <a:prstGeom prst="rightArrow">
              <a:avLst>
                <a:gd name="adj1" fmla="val 50000"/>
                <a:gd name="adj2" fmla="val 50000"/>
              </a:avLst>
            </a:prstGeom>
            <a:solidFill>
              <a:srgbClr val="7A2BC1">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61" id="61"/>
            <p:cNvSpPr/>
            <p:nvPr/>
          </p:nvSpPr>
          <p:spPr>
            <a:xfrm rot="0" flipH="false" flipV="false">
              <a:off x="8153400" y="3550920"/>
              <a:ext cx="489585" cy="365760"/>
            </a:xfrm>
            <a:prstGeom prst="rightArrow">
              <a:avLst>
                <a:gd name="adj1" fmla="val 50000"/>
                <a:gd name="adj2" fmla="val 50000"/>
              </a:avLst>
            </a:prstGeom>
            <a:solidFill>
              <a:srgbClr val="7A2BC1">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sp>
        <p:nvSpPr>
          <p:cNvPr name="AutoShape 62" id="62"/>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sp>
        <p:nvSpPr>
          <p:cNvPr name="AutoShape 63" id="63"/>
          <p:cNvSpPr/>
          <p:nvPr>
            <p:ph idx="4294967295" type="body" sz="quarter" hasCustomPrompt="true"/>
          </p:nvPr>
        </p:nvSpPr>
        <p:spPr>
          <a:xfrm rot="0" flipH="false" flipV="false">
            <a:off x="304692" y="85777"/>
            <a:ext cx="7651198" cy="558979"/>
          </a:xfrm>
          <a:prstGeom prst="rect">
            <a:avLst/>
          </a:prstGeom>
          <a:noFill/>
          <a:ln w="12700">
            <a:noFill/>
            <a:prstDash val="solid"/>
          </a:ln>
        </p:spPr>
        <p:txBody>
          <a:bodyPr anchor="ctr" wrap="square" lIns="91440" rIns="91440" tIns="45720" bIns="45720">
            <a:normAutofit lnSpcReduction="0"/>
          </a:bodyPr>
          <a:lstStyle>
            <a:lvl1pPr algn="l">
              <a:lnSpc>
                <a:spcPct val="91666"/>
              </a:lnSpc>
              <a:defRPr sz="2601" b="true" i="false" u="none" strike="noStrike" spc="0">
                <a:solidFill>
                  <a:srgbClr val="FFFFFF">
                    <a:alpha val="100000"/>
                  </a:srgbClr>
                </a:solidFill>
                <a:latin typeface="微软雅黑"/>
              </a:defRPr>
            </a:lvl1pPr>
          </a:lstStyle>
          <a:p>
            <a:pPr algn="l" marL="0" indent="0">
              <a:lnSpc>
                <a:spcPct val="91666"/>
              </a:lnSpc>
            </a:pPr>
            <a:r>
              <a:rPr lang="en-US" b="true" i="false" strike="noStrike" u="none" sz="2601">
                <a:solidFill>
                  <a:srgbClr val="FFFFFF"/>
                </a:solidFill>
                <a:latin typeface="微软雅黑"/>
                <a:ea typeface="微软雅黑"/>
                <a:cs typeface="微软雅黑"/>
                <a:sym typeface="微软雅黑"/>
              </a:rPr>
              <a:t>输入修改文字</a:t>
            </a:r>
          </a:p>
        </p:txBody>
      </p:sp>
      <p:pic>
        <p:nvPicPr>
          <p:cNvPr name="Picture 64" id="64"/>
          <p:cNvPicPr>
            <a:picLocks noChangeAspect="true"/>
          </p:cNvPicPr>
          <p:nvPr/>
        </p:nvPicPr>
        <p:blipFill>
          <a:blip r:embed="rId3"/>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448310" y="1118870"/>
            <a:ext cx="11311890" cy="5470525"/>
            <a:chOff x="448310" y="1118870"/>
            <a:chExt cx="11311890" cy="5470525"/>
          </a:xfrm>
        </p:grpSpPr>
        <p:sp>
          <p:nvSpPr>
            <p:cNvPr name="AutoShape 3" id="3"/>
            <p:cNvSpPr/>
            <p:nvPr/>
          </p:nvSpPr>
          <p:spPr>
            <a:xfrm rot="0" flipH="false" flipV="false">
              <a:off x="448310" y="1118870"/>
              <a:ext cx="1554480" cy="368300"/>
            </a:xfrm>
            <a:prstGeom prst="rect">
              <a:avLst/>
            </a:prstGeom>
            <a:noFill/>
            <a:ln w="12700">
              <a:noFill/>
              <a:prstDash val="solid"/>
            </a:ln>
          </p:spPr>
          <p:txBody>
            <a:bodyPr anchor="t" rtlCol="false" wrap="none" lIns="91440" rIns="91440" tIns="45720" bIns="45720">
              <a:spAutoFit/>
            </a:bodyPr>
            <a:lstStyle/>
            <a:p>
              <a:pPr algn="l" marL="0" indent="0">
                <a:lnSpc>
                  <a:spcPct val="100000"/>
                </a:lnSpc>
                <a:defRPr/>
              </a:pPr>
              <a:r>
                <a:rPr lang="en-US" b="true" i="false" strike="noStrike" u="none" sz="1800">
                  <a:solidFill>
                    <a:srgbClr val="7030A0"/>
                  </a:solidFill>
                  <a:latin typeface="微软雅黑"/>
                  <a:ea typeface="微软雅黑"/>
                  <a:cs typeface="微软雅黑"/>
                  <a:sym typeface="微软雅黑"/>
                </a:rPr>
                <a:t>输入修改文字</a:t>
              </a:r>
              <a:endParaRPr lang="en-US" sz="1100"/>
            </a:p>
          </p:txBody>
        </p:sp>
        <p:sp>
          <p:nvSpPr>
            <p:cNvPr name="AutoShape 4" id="4"/>
            <p:cNvSpPr/>
            <p:nvPr/>
          </p:nvSpPr>
          <p:spPr>
            <a:xfrm rot="0" flipH="false" flipV="false">
              <a:off x="5207000" y="1118870"/>
              <a:ext cx="1554480" cy="368300"/>
            </a:xfrm>
            <a:prstGeom prst="rect">
              <a:avLst/>
            </a:prstGeom>
            <a:noFill/>
            <a:ln w="12700">
              <a:noFill/>
              <a:prstDash val="solid"/>
            </a:ln>
          </p:spPr>
          <p:txBody>
            <a:bodyPr anchor="t" rtlCol="false" wrap="none" lIns="91440" rIns="91440" tIns="45720" bIns="45720">
              <a:spAutoFit/>
            </a:bodyPr>
            <a:lstStyle/>
            <a:p>
              <a:pPr algn="l" marL="0" indent="0">
                <a:lnSpc>
                  <a:spcPct val="100000"/>
                </a:lnSpc>
                <a:defRPr/>
              </a:pPr>
              <a:r>
                <a:rPr lang="en-US" b="true" i="false" strike="noStrike" u="none" sz="1800">
                  <a:solidFill>
                    <a:srgbClr val="7030A0"/>
                  </a:solidFill>
                  <a:latin typeface="微软雅黑"/>
                  <a:ea typeface="微软雅黑"/>
                  <a:cs typeface="微软雅黑"/>
                  <a:sym typeface="微软雅黑"/>
                </a:rPr>
                <a:t>输入修改文字</a:t>
              </a:r>
              <a:endParaRPr lang="en-US" sz="1100"/>
            </a:p>
          </p:txBody>
        </p:sp>
        <p:sp>
          <p:nvSpPr>
            <p:cNvPr name="AutoShape 5" id="5"/>
            <p:cNvSpPr/>
            <p:nvPr/>
          </p:nvSpPr>
          <p:spPr>
            <a:xfrm rot="0" flipH="false" flipV="false">
              <a:off x="8295640" y="1118870"/>
              <a:ext cx="1554480" cy="368300"/>
            </a:xfrm>
            <a:prstGeom prst="rect">
              <a:avLst/>
            </a:prstGeom>
            <a:noFill/>
            <a:ln w="12700">
              <a:noFill/>
              <a:prstDash val="solid"/>
            </a:ln>
          </p:spPr>
          <p:txBody>
            <a:bodyPr anchor="t" rtlCol="false" wrap="none" lIns="91440" rIns="91440" tIns="45720" bIns="45720">
              <a:spAutoFit/>
            </a:bodyPr>
            <a:lstStyle/>
            <a:p>
              <a:pPr algn="l" marL="0" indent="0">
                <a:lnSpc>
                  <a:spcPct val="100000"/>
                </a:lnSpc>
                <a:defRPr/>
              </a:pPr>
              <a:r>
                <a:rPr lang="en-US" b="true" i="false" strike="noStrike" u="none" sz="1800">
                  <a:solidFill>
                    <a:srgbClr val="7030A0"/>
                  </a:solidFill>
                  <a:latin typeface="微软雅黑"/>
                  <a:ea typeface="微软雅黑"/>
                  <a:cs typeface="微软雅黑"/>
                  <a:sym typeface="微软雅黑"/>
                </a:rPr>
                <a:t>输入修改文字</a:t>
              </a:r>
              <a:endParaRPr lang="en-US" sz="1100"/>
            </a:p>
          </p:txBody>
        </p:sp>
        <p:grpSp>
          <p:nvGrpSpPr>
            <p:cNvPr name="Group 6" id="6"/>
            <p:cNvGrpSpPr/>
            <p:nvPr/>
          </p:nvGrpSpPr>
          <p:grpSpPr>
            <a:xfrm>
              <a:off x="678180" y="1598930"/>
              <a:ext cx="3462020" cy="2180590"/>
              <a:chOff x="678180" y="1598930"/>
              <a:chExt cx="3462020" cy="2180590"/>
            </a:xfrm>
          </p:grpSpPr>
          <p:sp>
            <p:nvSpPr>
              <p:cNvPr name="Freeform 7" id="7"/>
              <p:cNvSpPr/>
              <p:nvPr/>
            </p:nvSpPr>
            <p:spPr>
              <a:xfrm rot="0" flipH="false" flipV="false">
                <a:off x="678180" y="1598930"/>
                <a:ext cx="3462020" cy="2180590"/>
              </a:xfrm>
              <a:custGeom>
                <a:avLst/>
                <a:gdLst/>
                <a:ahLst/>
                <a:cxnLst/>
                <a:rect r="r" b="b" t="t" l="l"/>
                <a:pathLst>
                  <a:path h="2180590" w="3462020">
                    <a:moveTo>
                      <a:pt x="3343322" y="0"/>
                    </a:moveTo>
                    <a:cubicBezTo>
                      <a:pt x="3408878" y="0"/>
                      <a:pt x="3462020" y="0"/>
                      <a:pt x="3462020" y="0"/>
                    </a:cubicBezTo>
                    <a:lnTo>
                      <a:pt x="3462020" y="2180590"/>
                    </a:lnTo>
                    <a:cubicBezTo>
                      <a:pt x="3462020" y="2180590"/>
                      <a:pt x="3408878" y="2180590"/>
                      <a:pt x="3343322" y="2180590"/>
                    </a:cubicBezTo>
                    <a:lnTo>
                      <a:pt x="118698" y="2180590"/>
                    </a:lnTo>
                    <a:cubicBezTo>
                      <a:pt x="53142" y="2180590"/>
                      <a:pt x="0" y="2180590"/>
                      <a:pt x="0" y="2180590"/>
                    </a:cubicBezTo>
                    <a:lnTo>
                      <a:pt x="0" y="0"/>
                    </a:lnTo>
                    <a:cubicBezTo>
                      <a:pt x="0" y="0"/>
                      <a:pt x="53142" y="0"/>
                      <a:pt x="118698" y="0"/>
                    </a:cubicBezTo>
                    <a:close/>
                  </a:path>
                </a:pathLst>
              </a:custGeom>
              <a:solidFill>
                <a:srgbClr val="FFFFFF">
                  <a:alpha val="9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8" id="8"/>
              <p:cNvSpPr/>
              <p:nvPr/>
            </p:nvSpPr>
            <p:spPr>
              <a:xfrm rot="0" flipH="false" flipV="false">
                <a:off x="678180" y="1598930"/>
                <a:ext cx="3462020" cy="389391"/>
              </a:xfrm>
              <a:custGeom>
                <a:avLst/>
                <a:gdLst/>
                <a:ahLst/>
                <a:cxnLst/>
                <a:rect r="r" b="b" t="t" l="l"/>
                <a:pathLst>
                  <a:path h="389391" w="3462020">
                    <a:moveTo>
                      <a:pt x="3343322" y="0"/>
                    </a:moveTo>
                    <a:cubicBezTo>
                      <a:pt x="3408878" y="0"/>
                      <a:pt x="3462020" y="0"/>
                      <a:pt x="3462020" y="0"/>
                    </a:cubicBezTo>
                    <a:lnTo>
                      <a:pt x="3462020" y="389391"/>
                    </a:lnTo>
                    <a:cubicBezTo>
                      <a:pt x="3462020" y="389391"/>
                      <a:pt x="3408878" y="389391"/>
                      <a:pt x="3343322" y="389391"/>
                    </a:cubicBezTo>
                    <a:lnTo>
                      <a:pt x="118698" y="389391"/>
                    </a:lnTo>
                    <a:cubicBezTo>
                      <a:pt x="53142" y="389391"/>
                      <a:pt x="0" y="389391"/>
                      <a:pt x="0" y="389391"/>
                    </a:cubicBezTo>
                    <a:lnTo>
                      <a:pt x="0" y="0"/>
                    </a:lnTo>
                    <a:cubicBezTo>
                      <a:pt x="0" y="0"/>
                      <a:pt x="53142" y="0"/>
                      <a:pt x="118698" y="0"/>
                    </a:cubicBezTo>
                    <a:close/>
                  </a:path>
                </a:pathLst>
              </a:custGeom>
              <a:solidFill>
                <a:srgbClr val="7030A0">
                  <a:alpha val="6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9" id="9"/>
              <p:cNvSpPr/>
              <p:nvPr/>
            </p:nvSpPr>
            <p:spPr>
              <a:xfrm rot="0" flipH="false" flipV="false">
                <a:off x="1667329" y="1625317"/>
                <a:ext cx="1483723" cy="3448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650">
                    <a:solidFill>
                      <a:srgbClr val="FFFFFF"/>
                    </a:solidFill>
                    <a:latin typeface="微软雅黑"/>
                    <a:ea typeface="微软雅黑"/>
                    <a:cs typeface="微软雅黑"/>
                    <a:sym typeface="微软雅黑"/>
                  </a:rPr>
                  <a:t>输入修改文字</a:t>
                </a:r>
                <a:endParaRPr lang="en-US" sz="1100"/>
              </a:p>
            </p:txBody>
          </p:sp>
          <p:sp>
            <p:nvSpPr>
              <p:cNvPr name="Freeform 10" id="10"/>
              <p:cNvSpPr/>
              <p:nvPr/>
            </p:nvSpPr>
            <p:spPr>
              <a:xfrm rot="0" flipH="false" flipV="false">
                <a:off x="876010" y="2144078"/>
                <a:ext cx="3066360" cy="700904"/>
              </a:xfrm>
              <a:custGeom>
                <a:avLst/>
                <a:gdLst/>
                <a:ahLst/>
                <a:cxnLst/>
                <a:rect r="r" b="b" t="t" l="l"/>
                <a:pathLst>
                  <a:path h="700904" w="3066360">
                    <a:moveTo>
                      <a:pt x="2987229" y="0"/>
                    </a:moveTo>
                    <a:cubicBezTo>
                      <a:pt x="3030932" y="0"/>
                      <a:pt x="3066360" y="0"/>
                      <a:pt x="3066360" y="0"/>
                    </a:cubicBezTo>
                    <a:lnTo>
                      <a:pt x="3066360" y="700904"/>
                    </a:lnTo>
                    <a:cubicBezTo>
                      <a:pt x="3066360" y="700904"/>
                      <a:pt x="3030932" y="700904"/>
                      <a:pt x="2987229" y="700904"/>
                    </a:cubicBezTo>
                    <a:lnTo>
                      <a:pt x="79132" y="700904"/>
                    </a:lnTo>
                    <a:cubicBezTo>
                      <a:pt x="35428" y="700904"/>
                      <a:pt x="0" y="700904"/>
                      <a:pt x="0" y="700904"/>
                    </a:cubicBezTo>
                    <a:lnTo>
                      <a:pt x="0" y="0"/>
                    </a:lnTo>
                    <a:cubicBezTo>
                      <a:pt x="0" y="0"/>
                      <a:pt x="35428" y="0"/>
                      <a:pt x="79132"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11" id="11"/>
              <p:cNvSpPr/>
              <p:nvPr/>
            </p:nvSpPr>
            <p:spPr>
              <a:xfrm rot="0" flipH="false" flipV="false">
                <a:off x="1824286" y="2263140"/>
                <a:ext cx="1262380" cy="30670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000000"/>
                    </a:solidFill>
                    <a:latin typeface="微软雅黑"/>
                    <a:ea typeface="微软雅黑"/>
                    <a:cs typeface="微软雅黑"/>
                    <a:sym typeface="微软雅黑"/>
                  </a:rPr>
                  <a:t>输入修改文字</a:t>
                </a:r>
                <a:endParaRPr lang="en-US" sz="1100"/>
              </a:p>
            </p:txBody>
          </p:sp>
          <p:sp>
            <p:nvSpPr>
              <p:cNvPr name="AutoShape 12" id="12"/>
              <p:cNvSpPr/>
              <p:nvPr/>
            </p:nvSpPr>
            <p:spPr>
              <a:xfrm rot="0" flipH="false" flipV="false">
                <a:off x="1777999" y="2482628"/>
                <a:ext cx="1354954" cy="27559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1200">
                    <a:solidFill>
                      <a:srgbClr val="000000"/>
                    </a:solidFill>
                    <a:latin typeface="微软雅黑"/>
                    <a:ea typeface="微软雅黑"/>
                    <a:cs typeface="微软雅黑"/>
                    <a:sym typeface="微软雅黑"/>
                  </a:rPr>
                  <a:t>输入修改文字</a:t>
                </a:r>
                <a:endParaRPr lang="en-US" sz="1100"/>
              </a:p>
            </p:txBody>
          </p:sp>
          <p:sp>
            <p:nvSpPr>
              <p:cNvPr name="Freeform 13" id="13"/>
              <p:cNvSpPr/>
              <p:nvPr/>
            </p:nvSpPr>
            <p:spPr>
              <a:xfrm rot="0" flipH="false" flipV="false">
                <a:off x="909029" y="2984183"/>
                <a:ext cx="3066360" cy="700904"/>
              </a:xfrm>
              <a:custGeom>
                <a:avLst/>
                <a:gdLst/>
                <a:ahLst/>
                <a:cxnLst/>
                <a:rect r="r" b="b" t="t" l="l"/>
                <a:pathLst>
                  <a:path h="700904" w="3066360">
                    <a:moveTo>
                      <a:pt x="2987229" y="0"/>
                    </a:moveTo>
                    <a:cubicBezTo>
                      <a:pt x="3030932" y="0"/>
                      <a:pt x="3066360" y="0"/>
                      <a:pt x="3066360" y="0"/>
                    </a:cubicBezTo>
                    <a:lnTo>
                      <a:pt x="3066360" y="700904"/>
                    </a:lnTo>
                    <a:cubicBezTo>
                      <a:pt x="3066360" y="700904"/>
                      <a:pt x="3030932" y="700904"/>
                      <a:pt x="2987229" y="700904"/>
                    </a:cubicBezTo>
                    <a:lnTo>
                      <a:pt x="79132" y="700904"/>
                    </a:lnTo>
                    <a:cubicBezTo>
                      <a:pt x="35428" y="700904"/>
                      <a:pt x="0" y="700904"/>
                      <a:pt x="0" y="700904"/>
                    </a:cubicBezTo>
                    <a:lnTo>
                      <a:pt x="0" y="0"/>
                    </a:lnTo>
                    <a:cubicBezTo>
                      <a:pt x="0" y="0"/>
                      <a:pt x="35428" y="0"/>
                      <a:pt x="79132"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14" id="14"/>
              <p:cNvSpPr/>
              <p:nvPr/>
            </p:nvSpPr>
            <p:spPr>
              <a:xfrm rot="0" flipH="false" flipV="false">
                <a:off x="1857305" y="3103245"/>
                <a:ext cx="1262380" cy="30670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000000"/>
                    </a:solidFill>
                    <a:latin typeface="微软雅黑"/>
                    <a:ea typeface="微软雅黑"/>
                    <a:cs typeface="微软雅黑"/>
                    <a:sym typeface="微软雅黑"/>
                  </a:rPr>
                  <a:t>输入修改文字</a:t>
                </a:r>
                <a:endParaRPr lang="en-US" sz="1100"/>
              </a:p>
            </p:txBody>
          </p:sp>
          <p:sp>
            <p:nvSpPr>
              <p:cNvPr name="AutoShape 15" id="15"/>
              <p:cNvSpPr/>
              <p:nvPr/>
            </p:nvSpPr>
            <p:spPr>
              <a:xfrm rot="0" flipH="false" flipV="false">
                <a:off x="1811019" y="3322733"/>
                <a:ext cx="1354954" cy="27559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1200">
                    <a:solidFill>
                      <a:srgbClr val="000000"/>
                    </a:solidFill>
                    <a:latin typeface="微软雅黑"/>
                    <a:ea typeface="微软雅黑"/>
                    <a:cs typeface="微软雅黑"/>
                    <a:sym typeface="微软雅黑"/>
                  </a:rPr>
                  <a:t>输入修改文字</a:t>
                </a:r>
                <a:endParaRPr lang="en-US" sz="1100"/>
              </a:p>
            </p:txBody>
          </p:sp>
        </p:grpSp>
        <p:grpSp>
          <p:nvGrpSpPr>
            <p:cNvPr name="Group 16" id="16"/>
            <p:cNvGrpSpPr/>
            <p:nvPr/>
          </p:nvGrpSpPr>
          <p:grpSpPr>
            <a:xfrm>
              <a:off x="4488180" y="1598930"/>
              <a:ext cx="3462020" cy="2180590"/>
              <a:chOff x="4488180" y="1598930"/>
              <a:chExt cx="3462020" cy="2180590"/>
            </a:xfrm>
          </p:grpSpPr>
          <p:sp>
            <p:nvSpPr>
              <p:cNvPr name="Freeform 17" id="17"/>
              <p:cNvSpPr/>
              <p:nvPr/>
            </p:nvSpPr>
            <p:spPr>
              <a:xfrm rot="0" flipH="false" flipV="false">
                <a:off x="4488180" y="1598930"/>
                <a:ext cx="3462020" cy="2180590"/>
              </a:xfrm>
              <a:custGeom>
                <a:avLst/>
                <a:gdLst/>
                <a:ahLst/>
                <a:cxnLst/>
                <a:rect r="r" b="b" t="t" l="l"/>
                <a:pathLst>
                  <a:path h="2180590" w="3462020">
                    <a:moveTo>
                      <a:pt x="3343322" y="0"/>
                    </a:moveTo>
                    <a:cubicBezTo>
                      <a:pt x="3408878" y="0"/>
                      <a:pt x="3462020" y="0"/>
                      <a:pt x="3462020" y="0"/>
                    </a:cubicBezTo>
                    <a:lnTo>
                      <a:pt x="3462020" y="2180590"/>
                    </a:lnTo>
                    <a:cubicBezTo>
                      <a:pt x="3462020" y="2180590"/>
                      <a:pt x="3408878" y="2180590"/>
                      <a:pt x="3343322" y="2180590"/>
                    </a:cubicBezTo>
                    <a:lnTo>
                      <a:pt x="118698" y="2180590"/>
                    </a:lnTo>
                    <a:cubicBezTo>
                      <a:pt x="53143" y="2180590"/>
                      <a:pt x="0" y="2180590"/>
                      <a:pt x="0" y="2180590"/>
                    </a:cubicBezTo>
                    <a:lnTo>
                      <a:pt x="0" y="0"/>
                    </a:lnTo>
                    <a:cubicBezTo>
                      <a:pt x="0" y="0"/>
                      <a:pt x="53143" y="0"/>
                      <a:pt x="118698" y="0"/>
                    </a:cubicBezTo>
                    <a:close/>
                  </a:path>
                </a:pathLst>
              </a:custGeom>
              <a:solidFill>
                <a:srgbClr val="FFFFFF">
                  <a:alpha val="9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18" id="18"/>
              <p:cNvSpPr/>
              <p:nvPr/>
            </p:nvSpPr>
            <p:spPr>
              <a:xfrm rot="0" flipH="false" flipV="false">
                <a:off x="4488180" y="1598930"/>
                <a:ext cx="3462020" cy="389391"/>
              </a:xfrm>
              <a:custGeom>
                <a:avLst/>
                <a:gdLst/>
                <a:ahLst/>
                <a:cxnLst/>
                <a:rect r="r" b="b" t="t" l="l"/>
                <a:pathLst>
                  <a:path h="389391" w="3462020">
                    <a:moveTo>
                      <a:pt x="3343322" y="0"/>
                    </a:moveTo>
                    <a:cubicBezTo>
                      <a:pt x="3408878" y="0"/>
                      <a:pt x="3462020" y="0"/>
                      <a:pt x="3462020" y="0"/>
                    </a:cubicBezTo>
                    <a:lnTo>
                      <a:pt x="3462020" y="389391"/>
                    </a:lnTo>
                    <a:cubicBezTo>
                      <a:pt x="3462020" y="389391"/>
                      <a:pt x="3408878" y="389391"/>
                      <a:pt x="3343322" y="389391"/>
                    </a:cubicBezTo>
                    <a:lnTo>
                      <a:pt x="118698" y="389391"/>
                    </a:lnTo>
                    <a:cubicBezTo>
                      <a:pt x="53143" y="389391"/>
                      <a:pt x="0" y="389391"/>
                      <a:pt x="0" y="389391"/>
                    </a:cubicBezTo>
                    <a:lnTo>
                      <a:pt x="0" y="0"/>
                    </a:lnTo>
                    <a:cubicBezTo>
                      <a:pt x="0" y="0"/>
                      <a:pt x="53143" y="0"/>
                      <a:pt x="118698" y="0"/>
                    </a:cubicBezTo>
                    <a:close/>
                  </a:path>
                </a:pathLst>
              </a:custGeom>
              <a:solidFill>
                <a:srgbClr val="7030A0">
                  <a:alpha val="6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19" id="19"/>
              <p:cNvSpPr/>
              <p:nvPr/>
            </p:nvSpPr>
            <p:spPr>
              <a:xfrm rot="0" flipH="false" flipV="false">
                <a:off x="5694680" y="1625600"/>
                <a:ext cx="1471295" cy="3448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650">
                    <a:solidFill>
                      <a:srgbClr val="FFFFFF"/>
                    </a:solidFill>
                    <a:latin typeface="微软雅黑"/>
                    <a:ea typeface="微软雅黑"/>
                    <a:cs typeface="微软雅黑"/>
                    <a:sym typeface="微软雅黑"/>
                  </a:rPr>
                  <a:t>输入修改文字</a:t>
                </a:r>
                <a:endParaRPr lang="en-US" sz="1100"/>
              </a:p>
            </p:txBody>
          </p:sp>
        </p:grpSp>
        <p:grpSp>
          <p:nvGrpSpPr>
            <p:cNvPr name="Group 20" id="20"/>
            <p:cNvGrpSpPr/>
            <p:nvPr/>
          </p:nvGrpSpPr>
          <p:grpSpPr>
            <a:xfrm>
              <a:off x="8298180" y="1598930"/>
              <a:ext cx="3462020" cy="2180590"/>
              <a:chOff x="8298180" y="1598930"/>
              <a:chExt cx="3462020" cy="2180590"/>
            </a:xfrm>
          </p:grpSpPr>
          <p:sp>
            <p:nvSpPr>
              <p:cNvPr name="Freeform 21" id="21"/>
              <p:cNvSpPr/>
              <p:nvPr/>
            </p:nvSpPr>
            <p:spPr>
              <a:xfrm rot="0" flipH="false" flipV="false">
                <a:off x="8298180" y="1598930"/>
                <a:ext cx="3462020" cy="2180590"/>
              </a:xfrm>
              <a:custGeom>
                <a:avLst/>
                <a:gdLst/>
                <a:ahLst/>
                <a:cxnLst/>
                <a:rect r="r" b="b" t="t" l="l"/>
                <a:pathLst>
                  <a:path h="2180590" w="3462020">
                    <a:moveTo>
                      <a:pt x="3343322" y="0"/>
                    </a:moveTo>
                    <a:cubicBezTo>
                      <a:pt x="3408878" y="0"/>
                      <a:pt x="3462020" y="0"/>
                      <a:pt x="3462020" y="0"/>
                    </a:cubicBezTo>
                    <a:lnTo>
                      <a:pt x="3462020" y="2180590"/>
                    </a:lnTo>
                    <a:cubicBezTo>
                      <a:pt x="3462020" y="2180590"/>
                      <a:pt x="3408878" y="2180590"/>
                      <a:pt x="3343322" y="2180590"/>
                    </a:cubicBezTo>
                    <a:lnTo>
                      <a:pt x="118698" y="2180590"/>
                    </a:lnTo>
                    <a:cubicBezTo>
                      <a:pt x="53142" y="2180590"/>
                      <a:pt x="0" y="2180590"/>
                      <a:pt x="0" y="2180590"/>
                    </a:cubicBezTo>
                    <a:lnTo>
                      <a:pt x="0" y="0"/>
                    </a:lnTo>
                    <a:cubicBezTo>
                      <a:pt x="0" y="0"/>
                      <a:pt x="53142" y="0"/>
                      <a:pt x="118698" y="0"/>
                    </a:cubicBezTo>
                    <a:close/>
                  </a:path>
                </a:pathLst>
              </a:custGeom>
              <a:solidFill>
                <a:srgbClr val="FFFFFF">
                  <a:alpha val="9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22" id="22"/>
              <p:cNvSpPr/>
              <p:nvPr/>
            </p:nvSpPr>
            <p:spPr>
              <a:xfrm rot="0" flipH="false" flipV="false">
                <a:off x="8298180" y="1598930"/>
                <a:ext cx="3462020" cy="389391"/>
              </a:xfrm>
              <a:custGeom>
                <a:avLst/>
                <a:gdLst/>
                <a:ahLst/>
                <a:cxnLst/>
                <a:rect r="r" b="b" t="t" l="l"/>
                <a:pathLst>
                  <a:path h="389391" w="3462020">
                    <a:moveTo>
                      <a:pt x="3343322" y="0"/>
                    </a:moveTo>
                    <a:cubicBezTo>
                      <a:pt x="3408878" y="0"/>
                      <a:pt x="3462020" y="0"/>
                      <a:pt x="3462020" y="0"/>
                    </a:cubicBezTo>
                    <a:lnTo>
                      <a:pt x="3462020" y="389391"/>
                    </a:lnTo>
                    <a:cubicBezTo>
                      <a:pt x="3462020" y="389391"/>
                      <a:pt x="3408878" y="389391"/>
                      <a:pt x="3343322" y="389391"/>
                    </a:cubicBezTo>
                    <a:lnTo>
                      <a:pt x="118698" y="389391"/>
                    </a:lnTo>
                    <a:cubicBezTo>
                      <a:pt x="53142" y="389391"/>
                      <a:pt x="0" y="389391"/>
                      <a:pt x="0" y="389391"/>
                    </a:cubicBezTo>
                    <a:lnTo>
                      <a:pt x="0" y="0"/>
                    </a:lnTo>
                    <a:cubicBezTo>
                      <a:pt x="0" y="0"/>
                      <a:pt x="53142" y="0"/>
                      <a:pt x="118698" y="0"/>
                    </a:cubicBezTo>
                    <a:close/>
                  </a:path>
                </a:pathLst>
              </a:custGeom>
              <a:solidFill>
                <a:srgbClr val="7030A0">
                  <a:alpha val="6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23" id="23"/>
              <p:cNvSpPr/>
              <p:nvPr/>
            </p:nvSpPr>
            <p:spPr>
              <a:xfrm rot="0" flipH="false" flipV="false">
                <a:off x="9302750" y="1625600"/>
                <a:ext cx="1452880" cy="34480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1650">
                    <a:solidFill>
                      <a:srgbClr val="FFFFFF"/>
                    </a:solidFill>
                    <a:latin typeface="微软雅黑"/>
                    <a:ea typeface="微软雅黑"/>
                    <a:cs typeface="微软雅黑"/>
                    <a:sym typeface="微软雅黑"/>
                  </a:rPr>
                  <a:t>输入修改文字</a:t>
                </a:r>
                <a:endParaRPr lang="en-US" sz="1100"/>
              </a:p>
            </p:txBody>
          </p:sp>
        </p:grpSp>
        <p:sp>
          <p:nvSpPr>
            <p:cNvPr name="Freeform 24" id="24"/>
            <p:cNvSpPr/>
            <p:nvPr/>
          </p:nvSpPr>
          <p:spPr>
            <a:xfrm rot="0" flipH="false" flipV="false">
              <a:off x="681355" y="4097020"/>
              <a:ext cx="11077575" cy="2492375"/>
            </a:xfrm>
            <a:custGeom>
              <a:avLst/>
              <a:gdLst/>
              <a:ahLst/>
              <a:cxnLst/>
              <a:rect r="r" b="b" t="t" l="l"/>
              <a:pathLst>
                <a:path h="2492375" w="11077575">
                  <a:moveTo>
                    <a:pt x="10956728" y="0"/>
                  </a:moveTo>
                  <a:cubicBezTo>
                    <a:pt x="11023470" y="0"/>
                    <a:pt x="11077575" y="0"/>
                    <a:pt x="11077575" y="0"/>
                  </a:cubicBezTo>
                  <a:lnTo>
                    <a:pt x="11077575" y="2492375"/>
                  </a:lnTo>
                  <a:cubicBezTo>
                    <a:pt x="11077575" y="2492375"/>
                    <a:pt x="11023470" y="2492375"/>
                    <a:pt x="10956728" y="2492375"/>
                  </a:cubicBezTo>
                  <a:lnTo>
                    <a:pt x="120847" y="2492375"/>
                  </a:lnTo>
                  <a:cubicBezTo>
                    <a:pt x="54105" y="2492375"/>
                    <a:pt x="0" y="2492375"/>
                    <a:pt x="0" y="2492375"/>
                  </a:cubicBezTo>
                  <a:lnTo>
                    <a:pt x="0" y="0"/>
                  </a:lnTo>
                  <a:cubicBezTo>
                    <a:pt x="0" y="0"/>
                    <a:pt x="54105" y="0"/>
                    <a:pt x="120847" y="0"/>
                  </a:cubicBezTo>
                  <a:close/>
                </a:path>
              </a:pathLst>
            </a:custGeom>
            <a:solidFill>
              <a:srgbClr val="FFFFFF">
                <a:alpha val="95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25" id="25"/>
            <p:cNvSpPr/>
            <p:nvPr/>
          </p:nvSpPr>
          <p:spPr>
            <a:xfrm rot="0" flipH="false" flipV="false">
              <a:off x="681355" y="4097020"/>
              <a:ext cx="11078210" cy="389255"/>
            </a:xfrm>
            <a:custGeom>
              <a:avLst/>
              <a:gdLst/>
              <a:ahLst/>
              <a:cxnLst/>
              <a:rect r="r" b="b" t="t" l="l"/>
              <a:pathLst>
                <a:path h="389255" w="11078210">
                  <a:moveTo>
                    <a:pt x="10957357" y="0"/>
                  </a:moveTo>
                  <a:cubicBezTo>
                    <a:pt x="11024103" y="0"/>
                    <a:pt x="11078210" y="0"/>
                    <a:pt x="11078210" y="0"/>
                  </a:cubicBezTo>
                  <a:lnTo>
                    <a:pt x="11078210" y="389255"/>
                  </a:lnTo>
                  <a:cubicBezTo>
                    <a:pt x="11078210" y="389255"/>
                    <a:pt x="11024103" y="389255"/>
                    <a:pt x="10957357" y="389255"/>
                  </a:cubicBezTo>
                  <a:lnTo>
                    <a:pt x="120853" y="389255"/>
                  </a:lnTo>
                  <a:cubicBezTo>
                    <a:pt x="54107" y="389255"/>
                    <a:pt x="0" y="389255"/>
                    <a:pt x="0" y="389255"/>
                  </a:cubicBezTo>
                  <a:lnTo>
                    <a:pt x="0" y="0"/>
                  </a:lnTo>
                  <a:cubicBezTo>
                    <a:pt x="0" y="0"/>
                    <a:pt x="54107" y="0"/>
                    <a:pt x="120853" y="0"/>
                  </a:cubicBezTo>
                  <a:close/>
                </a:path>
              </a:pathLst>
            </a:custGeom>
            <a:solidFill>
              <a:srgbClr val="7030A0">
                <a:alpha val="100000"/>
              </a:srgbClr>
            </a:solidFill>
            <a:ln w="12700" cap="flat">
              <a:solidFill>
                <a:srgbClr val="7030A0">
                  <a:alpha val="100000"/>
                </a:srgbClr>
              </a:solid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26" id="26"/>
            <p:cNvSpPr/>
            <p:nvPr/>
          </p:nvSpPr>
          <p:spPr>
            <a:xfrm rot="0" flipH="false" flipV="false">
              <a:off x="5194300" y="4119880"/>
              <a:ext cx="1855470" cy="36830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800">
                  <a:solidFill>
                    <a:srgbClr val="FFFFFF"/>
                  </a:solidFill>
                  <a:latin typeface="微软雅黑"/>
                  <a:ea typeface="微软雅黑"/>
                  <a:cs typeface="微软雅黑"/>
                  <a:sym typeface="微软雅黑"/>
                </a:rPr>
                <a:t>输入修改文字</a:t>
              </a:r>
              <a:endParaRPr lang="en-US" sz="1100"/>
            </a:p>
          </p:txBody>
        </p:sp>
        <p:grpSp>
          <p:nvGrpSpPr>
            <p:cNvPr name="Group 27" id="27"/>
            <p:cNvGrpSpPr/>
            <p:nvPr/>
          </p:nvGrpSpPr>
          <p:grpSpPr>
            <a:xfrm>
              <a:off x="986790" y="4646295"/>
              <a:ext cx="3362960" cy="1791335"/>
              <a:chOff x="986790" y="4646295"/>
              <a:chExt cx="3362960" cy="1791335"/>
            </a:xfrm>
          </p:grpSpPr>
          <p:sp>
            <p:nvSpPr>
              <p:cNvPr name="Freeform 28" id="28"/>
              <p:cNvSpPr/>
              <p:nvPr/>
            </p:nvSpPr>
            <p:spPr>
              <a:xfrm rot="0" flipH="false" flipV="false">
                <a:off x="986790" y="4646295"/>
                <a:ext cx="3362960" cy="1791335"/>
              </a:xfrm>
              <a:custGeom>
                <a:avLst/>
                <a:gdLst/>
                <a:ahLst/>
                <a:cxnLst/>
                <a:rect r="r" b="b" t="t" l="l"/>
                <a:pathLst>
                  <a:path h="1791335" w="3362960">
                    <a:moveTo>
                      <a:pt x="3283831" y="0"/>
                    </a:moveTo>
                    <a:cubicBezTo>
                      <a:pt x="3327533" y="0"/>
                      <a:pt x="3362960" y="0"/>
                      <a:pt x="3362960" y="0"/>
                    </a:cubicBezTo>
                    <a:lnTo>
                      <a:pt x="3362960" y="1791335"/>
                    </a:lnTo>
                    <a:cubicBezTo>
                      <a:pt x="3362960" y="1791335"/>
                      <a:pt x="3327533" y="1791335"/>
                      <a:pt x="3283831" y="1791335"/>
                    </a:cubicBezTo>
                    <a:lnTo>
                      <a:pt x="79129" y="1791335"/>
                    </a:lnTo>
                    <a:cubicBezTo>
                      <a:pt x="35427" y="1791335"/>
                      <a:pt x="0" y="1791335"/>
                      <a:pt x="0" y="1791335"/>
                    </a:cubicBezTo>
                    <a:lnTo>
                      <a:pt x="0" y="0"/>
                    </a:lnTo>
                    <a:cubicBezTo>
                      <a:pt x="0" y="0"/>
                      <a:pt x="35427" y="0"/>
                      <a:pt x="79129"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29" id="29"/>
              <p:cNvSpPr/>
              <p:nvPr/>
            </p:nvSpPr>
            <p:spPr>
              <a:xfrm rot="0" flipH="false" flipV="false">
                <a:off x="1184910" y="4697095"/>
                <a:ext cx="2966720" cy="299721"/>
              </a:xfrm>
              <a:custGeom>
                <a:avLst/>
                <a:gdLst/>
                <a:ahLst/>
                <a:cxnLst/>
                <a:rect r="r" b="b" t="t" l="l"/>
                <a:pathLst>
                  <a:path h="299721" w="2966720">
                    <a:moveTo>
                      <a:pt x="2911094" y="0"/>
                    </a:moveTo>
                    <a:cubicBezTo>
                      <a:pt x="2941817" y="0"/>
                      <a:pt x="2966720" y="0"/>
                      <a:pt x="2966720" y="0"/>
                    </a:cubicBezTo>
                    <a:lnTo>
                      <a:pt x="2966720" y="299721"/>
                    </a:lnTo>
                    <a:cubicBezTo>
                      <a:pt x="2966720" y="299721"/>
                      <a:pt x="2941817" y="299721"/>
                      <a:pt x="2911094" y="299721"/>
                    </a:cubicBezTo>
                    <a:lnTo>
                      <a:pt x="55626" y="299721"/>
                    </a:lnTo>
                    <a:cubicBezTo>
                      <a:pt x="24905" y="299721"/>
                      <a:pt x="0" y="299721"/>
                      <a:pt x="0" y="299721"/>
                    </a:cubicBezTo>
                    <a:lnTo>
                      <a:pt x="0" y="0"/>
                    </a:lnTo>
                    <a:cubicBezTo>
                      <a:pt x="0" y="0"/>
                      <a:pt x="24905" y="0"/>
                      <a:pt x="55626" y="0"/>
                    </a:cubicBezTo>
                    <a:close/>
                  </a:path>
                </a:pathLst>
              </a:custGeom>
              <a:solidFill>
                <a:srgbClr val="7031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微软雅黑"/>
                    <a:ea typeface="微软雅黑"/>
                    <a:cs typeface="微软雅黑"/>
                    <a:sym typeface="微软雅黑"/>
                  </a:rPr>
                  <a:t>输入修改文字</a:t>
                </a:r>
                <a:endParaRPr lang="en-US" sz="1100"/>
              </a:p>
            </p:txBody>
          </p:sp>
          <p:sp>
            <p:nvSpPr>
              <p:cNvPr name="AutoShape 30" id="30"/>
              <p:cNvSpPr/>
              <p:nvPr/>
            </p:nvSpPr>
            <p:spPr>
              <a:xfrm rot="0" flipH="false" flipV="false">
                <a:off x="1201002" y="5051715"/>
                <a:ext cx="870413" cy="27559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200">
                    <a:solidFill>
                      <a:srgbClr val="000000"/>
                    </a:solidFill>
                    <a:latin typeface="Calibri"/>
                    <a:ea typeface="Calibri"/>
                    <a:cs typeface="Calibri"/>
                    <a:sym typeface="Calibri"/>
                  </a:rPr>
                  <a:t> </a:t>
                </a:r>
                <a:endParaRPr lang="en-US" sz="1100"/>
              </a:p>
            </p:txBody>
          </p:sp>
          <p:sp>
            <p:nvSpPr>
              <p:cNvPr name="AutoShape 31" id="31"/>
              <p:cNvSpPr/>
              <p:nvPr/>
            </p:nvSpPr>
            <p:spPr>
              <a:xfrm rot="0" flipH="false" flipV="false">
                <a:off x="1184910" y="5121695"/>
                <a:ext cx="2012315" cy="1021080"/>
              </a:xfrm>
              <a:prstGeom prst="rect">
                <a:avLst/>
              </a:prstGeom>
              <a:noFill/>
              <a:ln w="12700">
                <a:noFill/>
                <a:prstDash val="solid"/>
              </a:ln>
            </p:spPr>
            <p:txBody>
              <a:bodyPr anchor="t" rtlCol="false" wrap="square" lIns="91440" rIns="91440" tIns="45720" bIns="45720">
                <a:spAutoFit/>
              </a:bodyPr>
              <a:lstStyle/>
              <a:p>
                <a:pPr algn="l" indent="-139700" marL="139700">
                  <a:lnSpc>
                    <a:spcPct val="108333"/>
                  </a:lnSpc>
                  <a:buClr>
                    <a:srgbClr val="000000"/>
                  </a:buClr>
                  <a:buFont typeface="Arial"/>
                  <a:buChar char="•"/>
                  <a:defRPr/>
                </a:pPr>
                <a:r>
                  <a:rPr lang="en-US" b="false" i="false" strike="noStrike" u="none" sz="1100">
                    <a:solidFill>
                      <a:srgbClr val="000000"/>
                    </a:solidFill>
                    <a:latin typeface="微软雅黑"/>
                    <a:ea typeface="微软雅黑"/>
                    <a:cs typeface="微软雅黑"/>
                    <a:sym typeface="微软雅黑"/>
                  </a:rPr>
                  <a:t>输入修改文字</a:t>
                </a:r>
                <a:endParaRPr lang="en-US" sz="1100"/>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marL="0" indent="0">
                  <a:lnSpc>
                    <a:spcPct val="108333"/>
                  </a:lnSpc>
                </a:pPr>
                <a:r>
                  <a:rPr lang="en-US" b="false" i="false" strike="noStrike" u="none" sz="1100">
                    <a:solidFill>
                      <a:srgbClr val="000000"/>
                    </a:solidFill>
                    <a:latin typeface="Calibri"/>
                    <a:ea typeface="Calibri"/>
                    <a:cs typeface="Calibri"/>
                    <a:sym typeface="Calibri"/>
                  </a:rPr>
                  <a:t> </a:t>
                </a:r>
              </a:p>
            </p:txBody>
          </p:sp>
          <p:sp>
            <p:nvSpPr>
              <p:cNvPr name="Freeform 32" id="32"/>
              <p:cNvSpPr/>
              <p:nvPr/>
            </p:nvSpPr>
            <p:spPr>
              <a:xfrm rot="0" flipH="false" flipV="false">
                <a:off x="1184910" y="6049010"/>
                <a:ext cx="2967355" cy="271780"/>
              </a:xfrm>
              <a:custGeom>
                <a:avLst/>
                <a:gdLst/>
                <a:ahLst/>
                <a:cxnLst/>
                <a:rect r="r" b="b" t="t" l="l"/>
                <a:pathLst>
                  <a:path h="271780" w="2967355">
                    <a:moveTo>
                      <a:pt x="2908008" y="0"/>
                    </a:moveTo>
                    <a:cubicBezTo>
                      <a:pt x="2940785" y="0"/>
                      <a:pt x="2967355" y="0"/>
                      <a:pt x="2967355" y="0"/>
                    </a:cubicBezTo>
                    <a:lnTo>
                      <a:pt x="2967355" y="271780"/>
                    </a:lnTo>
                    <a:cubicBezTo>
                      <a:pt x="2967355" y="271780"/>
                      <a:pt x="2940785" y="271780"/>
                      <a:pt x="2908008" y="271780"/>
                    </a:cubicBezTo>
                    <a:lnTo>
                      <a:pt x="59347" y="271780"/>
                    </a:lnTo>
                    <a:cubicBezTo>
                      <a:pt x="26571" y="271780"/>
                      <a:pt x="0" y="271780"/>
                      <a:pt x="0" y="271780"/>
                    </a:cubicBezTo>
                    <a:lnTo>
                      <a:pt x="0" y="0"/>
                    </a:lnTo>
                    <a:cubicBezTo>
                      <a:pt x="0" y="0"/>
                      <a:pt x="26571" y="0"/>
                      <a:pt x="59347" y="0"/>
                    </a:cubicBezTo>
                    <a:close/>
                  </a:path>
                </a:pathLst>
              </a:custGeom>
              <a:solidFill>
                <a:srgbClr val="E0D3FB">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200">
                    <a:solidFill>
                      <a:srgbClr val="7030A0"/>
                    </a:solidFill>
                    <a:latin typeface="微软雅黑"/>
                    <a:ea typeface="微软雅黑"/>
                    <a:cs typeface="微软雅黑"/>
                    <a:sym typeface="微软雅黑"/>
                  </a:rPr>
                  <a:t>输入修改文字</a:t>
                </a:r>
                <a:endParaRPr lang="en-US" sz="1100"/>
              </a:p>
            </p:txBody>
          </p:sp>
        </p:grpSp>
        <p:grpSp>
          <p:nvGrpSpPr>
            <p:cNvPr name="Group 33" id="33"/>
            <p:cNvGrpSpPr/>
            <p:nvPr/>
          </p:nvGrpSpPr>
          <p:grpSpPr>
            <a:xfrm>
              <a:off x="4549140" y="4646295"/>
              <a:ext cx="3362960" cy="1791335"/>
              <a:chOff x="4549140" y="4646295"/>
              <a:chExt cx="3362960" cy="1791335"/>
            </a:xfrm>
          </p:grpSpPr>
          <p:sp>
            <p:nvSpPr>
              <p:cNvPr name="Freeform 34" id="34"/>
              <p:cNvSpPr/>
              <p:nvPr/>
            </p:nvSpPr>
            <p:spPr>
              <a:xfrm rot="0" flipH="false" flipV="false">
                <a:off x="4549140" y="4646295"/>
                <a:ext cx="3362960" cy="1791335"/>
              </a:xfrm>
              <a:custGeom>
                <a:avLst/>
                <a:gdLst/>
                <a:ahLst/>
                <a:cxnLst/>
                <a:rect r="r" b="b" t="t" l="l"/>
                <a:pathLst>
                  <a:path h="1791335" w="3362960">
                    <a:moveTo>
                      <a:pt x="3283831" y="0"/>
                    </a:moveTo>
                    <a:cubicBezTo>
                      <a:pt x="3327533" y="0"/>
                      <a:pt x="3362960" y="0"/>
                      <a:pt x="3362960" y="0"/>
                    </a:cubicBezTo>
                    <a:lnTo>
                      <a:pt x="3362960" y="1791335"/>
                    </a:lnTo>
                    <a:cubicBezTo>
                      <a:pt x="3362960" y="1791335"/>
                      <a:pt x="3327533" y="1791335"/>
                      <a:pt x="3283831" y="1791335"/>
                    </a:cubicBezTo>
                    <a:lnTo>
                      <a:pt x="79129" y="1791335"/>
                    </a:lnTo>
                    <a:cubicBezTo>
                      <a:pt x="35427" y="1791335"/>
                      <a:pt x="0" y="1791335"/>
                      <a:pt x="0" y="1791335"/>
                    </a:cubicBezTo>
                    <a:lnTo>
                      <a:pt x="0" y="0"/>
                    </a:lnTo>
                    <a:cubicBezTo>
                      <a:pt x="0" y="0"/>
                      <a:pt x="35427" y="0"/>
                      <a:pt x="79129"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35" id="35"/>
              <p:cNvSpPr/>
              <p:nvPr/>
            </p:nvSpPr>
            <p:spPr>
              <a:xfrm rot="0" flipH="false" flipV="false">
                <a:off x="4748530" y="4697095"/>
                <a:ext cx="2966720" cy="299721"/>
              </a:xfrm>
              <a:custGeom>
                <a:avLst/>
                <a:gdLst/>
                <a:ahLst/>
                <a:cxnLst/>
                <a:rect r="r" b="b" t="t" l="l"/>
                <a:pathLst>
                  <a:path h="299721" w="2966720">
                    <a:moveTo>
                      <a:pt x="2911094" y="0"/>
                    </a:moveTo>
                    <a:cubicBezTo>
                      <a:pt x="2941817" y="0"/>
                      <a:pt x="2966720" y="0"/>
                      <a:pt x="2966720" y="0"/>
                    </a:cubicBezTo>
                    <a:lnTo>
                      <a:pt x="2966720" y="299721"/>
                    </a:lnTo>
                    <a:cubicBezTo>
                      <a:pt x="2966720" y="299721"/>
                      <a:pt x="2941817" y="299721"/>
                      <a:pt x="2911094" y="299721"/>
                    </a:cubicBezTo>
                    <a:lnTo>
                      <a:pt x="55626" y="299721"/>
                    </a:lnTo>
                    <a:cubicBezTo>
                      <a:pt x="24905" y="299721"/>
                      <a:pt x="0" y="299721"/>
                      <a:pt x="0" y="299721"/>
                    </a:cubicBezTo>
                    <a:lnTo>
                      <a:pt x="0" y="0"/>
                    </a:lnTo>
                    <a:cubicBezTo>
                      <a:pt x="0" y="0"/>
                      <a:pt x="24905" y="0"/>
                      <a:pt x="55626" y="0"/>
                    </a:cubicBezTo>
                    <a:close/>
                  </a:path>
                </a:pathLst>
              </a:custGeom>
              <a:solidFill>
                <a:srgbClr val="7031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微软雅黑"/>
                    <a:ea typeface="微软雅黑"/>
                    <a:cs typeface="微软雅黑"/>
                    <a:sym typeface="微软雅黑"/>
                  </a:rPr>
                  <a:t>输入修改文字</a:t>
                </a:r>
                <a:endParaRPr lang="en-US" sz="1100"/>
              </a:p>
            </p:txBody>
          </p:sp>
          <p:sp>
            <p:nvSpPr>
              <p:cNvPr name="AutoShape 36" id="36"/>
              <p:cNvSpPr/>
              <p:nvPr/>
            </p:nvSpPr>
            <p:spPr>
              <a:xfrm rot="0" flipH="false" flipV="false">
                <a:off x="4747259" y="5034280"/>
                <a:ext cx="1099820" cy="27559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200">
                    <a:solidFill>
                      <a:srgbClr val="000000"/>
                    </a:solidFill>
                    <a:latin typeface="Calibri"/>
                    <a:ea typeface="Calibri"/>
                    <a:cs typeface="Calibri"/>
                    <a:sym typeface="Calibri"/>
                  </a:rPr>
                  <a:t> </a:t>
                </a:r>
                <a:endParaRPr lang="en-US" sz="1100"/>
              </a:p>
            </p:txBody>
          </p:sp>
          <p:sp>
            <p:nvSpPr>
              <p:cNvPr name="AutoShape 37" id="37"/>
              <p:cNvSpPr/>
              <p:nvPr/>
            </p:nvSpPr>
            <p:spPr>
              <a:xfrm rot="0" flipH="false" flipV="false">
                <a:off x="4746326" y="5104340"/>
                <a:ext cx="1706880" cy="1021080"/>
              </a:xfrm>
              <a:prstGeom prst="rect">
                <a:avLst/>
              </a:prstGeom>
              <a:noFill/>
              <a:ln w="12700">
                <a:noFill/>
                <a:prstDash val="solid"/>
              </a:ln>
            </p:spPr>
            <p:txBody>
              <a:bodyPr anchor="t" rtlCol="false" wrap="square" lIns="91440" rIns="91440" tIns="45720" bIns="45720">
                <a:spAutoFit/>
              </a:bodyPr>
              <a:lstStyle/>
              <a:p>
                <a:pPr algn="l" indent="-139700" marL="139700">
                  <a:lnSpc>
                    <a:spcPct val="108333"/>
                  </a:lnSpc>
                  <a:buClr>
                    <a:srgbClr val="000000"/>
                  </a:buClr>
                  <a:buFont typeface="Arial"/>
                  <a:buChar char="•"/>
                  <a:defRPr/>
                </a:pPr>
                <a:r>
                  <a:rPr lang="en-US" b="false" i="false" strike="noStrike" u="none" sz="1100">
                    <a:solidFill>
                      <a:srgbClr val="000000"/>
                    </a:solidFill>
                    <a:latin typeface="微软雅黑"/>
                    <a:ea typeface="微软雅黑"/>
                    <a:cs typeface="微软雅黑"/>
                    <a:sym typeface="微软雅黑"/>
                  </a:rPr>
                  <a:t>输入修改文字</a:t>
                </a:r>
                <a:endParaRPr lang="en-US" sz="1100"/>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marL="0" indent="0">
                  <a:lnSpc>
                    <a:spcPct val="108333"/>
                  </a:lnSpc>
                </a:pPr>
                <a:r>
                  <a:rPr lang="en-US" b="false" i="false" strike="noStrike" u="none" sz="1100">
                    <a:solidFill>
                      <a:srgbClr val="000000"/>
                    </a:solidFill>
                    <a:latin typeface="Calibri"/>
                    <a:ea typeface="Calibri"/>
                    <a:cs typeface="Calibri"/>
                    <a:sym typeface="Calibri"/>
                  </a:rPr>
                  <a:t> </a:t>
                </a:r>
              </a:p>
            </p:txBody>
          </p:sp>
          <p:sp>
            <p:nvSpPr>
              <p:cNvPr name="Freeform 38" id="38"/>
              <p:cNvSpPr/>
              <p:nvPr/>
            </p:nvSpPr>
            <p:spPr>
              <a:xfrm rot="0" flipH="false" flipV="false">
                <a:off x="4746961" y="6048209"/>
                <a:ext cx="2967318" cy="272595"/>
              </a:xfrm>
              <a:custGeom>
                <a:avLst/>
                <a:gdLst/>
                <a:ahLst/>
                <a:cxnLst/>
                <a:rect r="r" b="b" t="t" l="l"/>
                <a:pathLst>
                  <a:path h="272595" w="2967318">
                    <a:moveTo>
                      <a:pt x="2907971" y="0"/>
                    </a:moveTo>
                    <a:cubicBezTo>
                      <a:pt x="2940749" y="0"/>
                      <a:pt x="2967318" y="0"/>
                      <a:pt x="2967318" y="0"/>
                    </a:cubicBezTo>
                    <a:lnTo>
                      <a:pt x="2967318" y="272595"/>
                    </a:lnTo>
                    <a:cubicBezTo>
                      <a:pt x="2967318" y="272595"/>
                      <a:pt x="2940749" y="272595"/>
                      <a:pt x="2907971" y="272595"/>
                    </a:cubicBezTo>
                    <a:lnTo>
                      <a:pt x="59346" y="272595"/>
                    </a:lnTo>
                    <a:cubicBezTo>
                      <a:pt x="26571" y="272595"/>
                      <a:pt x="0" y="272595"/>
                      <a:pt x="0" y="272595"/>
                    </a:cubicBezTo>
                    <a:lnTo>
                      <a:pt x="0" y="0"/>
                    </a:lnTo>
                    <a:cubicBezTo>
                      <a:pt x="0" y="0"/>
                      <a:pt x="26571" y="0"/>
                      <a:pt x="59346" y="0"/>
                    </a:cubicBezTo>
                    <a:close/>
                  </a:path>
                </a:pathLst>
              </a:custGeom>
              <a:solidFill>
                <a:srgbClr val="8B5CF6">
                  <a:alpha val="19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200">
                    <a:solidFill>
                      <a:srgbClr val="7030A0"/>
                    </a:solidFill>
                    <a:latin typeface="微软雅黑"/>
                    <a:ea typeface="微软雅黑"/>
                    <a:cs typeface="微软雅黑"/>
                    <a:sym typeface="微软雅黑"/>
                  </a:rPr>
                  <a:t>输入修改文字</a:t>
                </a:r>
                <a:endParaRPr lang="en-US" sz="1100"/>
              </a:p>
            </p:txBody>
          </p:sp>
        </p:grpSp>
        <p:grpSp>
          <p:nvGrpSpPr>
            <p:cNvPr name="Group 39" id="39"/>
            <p:cNvGrpSpPr/>
            <p:nvPr/>
          </p:nvGrpSpPr>
          <p:grpSpPr>
            <a:xfrm>
              <a:off x="8111490" y="4646295"/>
              <a:ext cx="3362960" cy="1791335"/>
              <a:chOff x="8111490" y="4646295"/>
              <a:chExt cx="3362960" cy="1791335"/>
            </a:xfrm>
          </p:grpSpPr>
          <p:sp>
            <p:nvSpPr>
              <p:cNvPr name="Freeform 40" id="40"/>
              <p:cNvSpPr/>
              <p:nvPr/>
            </p:nvSpPr>
            <p:spPr>
              <a:xfrm rot="0" flipH="false" flipV="false">
                <a:off x="8111490" y="4646295"/>
                <a:ext cx="3362960" cy="1791335"/>
              </a:xfrm>
              <a:custGeom>
                <a:avLst/>
                <a:gdLst/>
                <a:ahLst/>
                <a:cxnLst/>
                <a:rect r="r" b="b" t="t" l="l"/>
                <a:pathLst>
                  <a:path h="1791335" w="3362960">
                    <a:moveTo>
                      <a:pt x="3283831" y="0"/>
                    </a:moveTo>
                    <a:cubicBezTo>
                      <a:pt x="3327533" y="0"/>
                      <a:pt x="3362960" y="0"/>
                      <a:pt x="3362960" y="0"/>
                    </a:cubicBezTo>
                    <a:lnTo>
                      <a:pt x="3362960" y="1791335"/>
                    </a:lnTo>
                    <a:cubicBezTo>
                      <a:pt x="3362960" y="1791335"/>
                      <a:pt x="3327533" y="1791335"/>
                      <a:pt x="3283831" y="1791335"/>
                    </a:cubicBezTo>
                    <a:lnTo>
                      <a:pt x="79129" y="1791335"/>
                    </a:lnTo>
                    <a:cubicBezTo>
                      <a:pt x="35427" y="1791335"/>
                      <a:pt x="0" y="1791335"/>
                      <a:pt x="0" y="1791335"/>
                    </a:cubicBezTo>
                    <a:lnTo>
                      <a:pt x="0" y="0"/>
                    </a:lnTo>
                    <a:cubicBezTo>
                      <a:pt x="0" y="0"/>
                      <a:pt x="35427" y="0"/>
                      <a:pt x="79129"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41" id="41"/>
              <p:cNvSpPr/>
              <p:nvPr/>
            </p:nvSpPr>
            <p:spPr>
              <a:xfrm rot="0" flipH="false" flipV="false">
                <a:off x="8309610" y="4696460"/>
                <a:ext cx="2967355" cy="300356"/>
              </a:xfrm>
              <a:custGeom>
                <a:avLst/>
                <a:gdLst/>
                <a:ahLst/>
                <a:cxnLst/>
                <a:rect r="r" b="b" t="t" l="l"/>
                <a:pathLst>
                  <a:path h="300356" w="2967355">
                    <a:moveTo>
                      <a:pt x="2911718" y="0"/>
                    </a:moveTo>
                    <a:cubicBezTo>
                      <a:pt x="2942445" y="0"/>
                      <a:pt x="2967355" y="0"/>
                      <a:pt x="2967355" y="0"/>
                    </a:cubicBezTo>
                    <a:lnTo>
                      <a:pt x="2967355" y="300356"/>
                    </a:lnTo>
                    <a:cubicBezTo>
                      <a:pt x="2967355" y="300356"/>
                      <a:pt x="2942445" y="300356"/>
                      <a:pt x="2911718" y="300356"/>
                    </a:cubicBezTo>
                    <a:lnTo>
                      <a:pt x="55637" y="300356"/>
                    </a:lnTo>
                    <a:cubicBezTo>
                      <a:pt x="24910" y="300356"/>
                      <a:pt x="0" y="300356"/>
                      <a:pt x="0" y="300356"/>
                    </a:cubicBezTo>
                    <a:lnTo>
                      <a:pt x="0" y="0"/>
                    </a:lnTo>
                    <a:cubicBezTo>
                      <a:pt x="0" y="0"/>
                      <a:pt x="24910" y="0"/>
                      <a:pt x="55637" y="0"/>
                    </a:cubicBezTo>
                    <a:close/>
                  </a:path>
                </a:pathLst>
              </a:custGeom>
              <a:solidFill>
                <a:srgbClr val="7031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微软雅黑"/>
                    <a:ea typeface="微软雅黑"/>
                    <a:cs typeface="微软雅黑"/>
                    <a:sym typeface="微软雅黑"/>
                  </a:rPr>
                  <a:t>输入修改文字</a:t>
                </a:r>
                <a:endParaRPr lang="en-US" sz="1100"/>
              </a:p>
            </p:txBody>
          </p:sp>
          <p:sp>
            <p:nvSpPr>
              <p:cNvPr name="AutoShape 42" id="42"/>
              <p:cNvSpPr/>
              <p:nvPr/>
            </p:nvSpPr>
            <p:spPr>
              <a:xfrm rot="0" flipH="false" flipV="false">
                <a:off x="8309610" y="5034280"/>
                <a:ext cx="1100455" cy="27559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200">
                    <a:solidFill>
                      <a:srgbClr val="000000"/>
                    </a:solidFill>
                    <a:latin typeface="Calibri"/>
                    <a:ea typeface="Calibri"/>
                    <a:cs typeface="Calibri"/>
                    <a:sym typeface="Calibri"/>
                  </a:rPr>
                  <a:t> </a:t>
                </a:r>
                <a:endParaRPr lang="en-US" sz="1100"/>
              </a:p>
            </p:txBody>
          </p:sp>
          <p:sp>
            <p:nvSpPr>
              <p:cNvPr name="AutoShape 43" id="43"/>
              <p:cNvSpPr/>
              <p:nvPr/>
            </p:nvSpPr>
            <p:spPr>
              <a:xfrm rot="0" flipH="false" flipV="false">
                <a:off x="8309610" y="5121910"/>
                <a:ext cx="1806575" cy="1021080"/>
              </a:xfrm>
              <a:prstGeom prst="rect">
                <a:avLst/>
              </a:prstGeom>
              <a:noFill/>
              <a:ln w="12700">
                <a:noFill/>
                <a:prstDash val="solid"/>
              </a:ln>
            </p:spPr>
            <p:txBody>
              <a:bodyPr anchor="t" rtlCol="false" wrap="square" lIns="91440" rIns="91440" tIns="45720" bIns="45720">
                <a:spAutoFit/>
              </a:bodyPr>
              <a:lstStyle/>
              <a:p>
                <a:pPr algn="l" indent="-139700" marL="139700">
                  <a:lnSpc>
                    <a:spcPct val="108333"/>
                  </a:lnSpc>
                  <a:buClr>
                    <a:srgbClr val="000000"/>
                  </a:buClr>
                  <a:buFont typeface="Arial"/>
                  <a:buChar char="•"/>
                  <a:defRPr/>
                </a:pPr>
                <a:r>
                  <a:rPr lang="en-US" b="false" i="false" strike="noStrike" u="none" sz="1100">
                    <a:solidFill>
                      <a:srgbClr val="000000"/>
                    </a:solidFill>
                    <a:latin typeface="微软雅黑"/>
                    <a:ea typeface="微软雅黑"/>
                    <a:cs typeface="微软雅黑"/>
                    <a:sym typeface="微软雅黑"/>
                  </a:rPr>
                  <a:t>输入修改文字</a:t>
                </a:r>
                <a:endParaRPr lang="en-US" sz="1100"/>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indent="-139700" marL="139700">
                  <a:lnSpc>
                    <a:spcPct val="108333"/>
                  </a:lnSpc>
                  <a:buClr>
                    <a:srgbClr val="000000"/>
                  </a:buClr>
                  <a:buFont typeface="Arial"/>
                  <a:buChar char="•"/>
                </a:pPr>
                <a:r>
                  <a:rPr lang="en-US" b="false" i="false" strike="noStrike" u="none" sz="1100">
                    <a:solidFill>
                      <a:srgbClr val="000000"/>
                    </a:solidFill>
                    <a:latin typeface="微软雅黑"/>
                    <a:ea typeface="微软雅黑"/>
                    <a:cs typeface="微软雅黑"/>
                    <a:sym typeface="微软雅黑"/>
                  </a:rPr>
                  <a:t>输入修改文字</a:t>
                </a:r>
              </a:p>
              <a:p>
                <a:pPr algn="l" marL="0" indent="0">
                  <a:lnSpc>
                    <a:spcPct val="108333"/>
                  </a:lnSpc>
                </a:pPr>
                <a:r>
                  <a:rPr lang="en-US" b="false" i="false" strike="noStrike" u="none" sz="1100">
                    <a:solidFill>
                      <a:srgbClr val="000000"/>
                    </a:solidFill>
                    <a:latin typeface="Calibri"/>
                    <a:ea typeface="Calibri"/>
                    <a:cs typeface="Calibri"/>
                    <a:sym typeface="Calibri"/>
                  </a:rPr>
                  <a:t> </a:t>
                </a:r>
              </a:p>
            </p:txBody>
          </p:sp>
          <p:sp>
            <p:nvSpPr>
              <p:cNvPr name="Freeform 44" id="44"/>
              <p:cNvSpPr/>
              <p:nvPr/>
            </p:nvSpPr>
            <p:spPr>
              <a:xfrm rot="0" flipH="false" flipV="false">
                <a:off x="8309610" y="6048375"/>
                <a:ext cx="2967355" cy="272416"/>
              </a:xfrm>
              <a:custGeom>
                <a:avLst/>
                <a:gdLst/>
                <a:ahLst/>
                <a:cxnLst/>
                <a:rect r="r" b="b" t="t" l="l"/>
                <a:pathLst>
                  <a:path h="272416" w="2967355">
                    <a:moveTo>
                      <a:pt x="2908008" y="0"/>
                    </a:moveTo>
                    <a:cubicBezTo>
                      <a:pt x="2940785" y="0"/>
                      <a:pt x="2967355" y="0"/>
                      <a:pt x="2967355" y="0"/>
                    </a:cubicBezTo>
                    <a:lnTo>
                      <a:pt x="2967355" y="272416"/>
                    </a:lnTo>
                    <a:cubicBezTo>
                      <a:pt x="2967355" y="272416"/>
                      <a:pt x="2940785" y="272416"/>
                      <a:pt x="2908008" y="272416"/>
                    </a:cubicBezTo>
                    <a:lnTo>
                      <a:pt x="59347" y="272416"/>
                    </a:lnTo>
                    <a:cubicBezTo>
                      <a:pt x="26571" y="272416"/>
                      <a:pt x="0" y="272416"/>
                      <a:pt x="0" y="272416"/>
                    </a:cubicBezTo>
                    <a:lnTo>
                      <a:pt x="0" y="0"/>
                    </a:lnTo>
                    <a:cubicBezTo>
                      <a:pt x="0" y="0"/>
                      <a:pt x="26571" y="0"/>
                      <a:pt x="59347" y="0"/>
                    </a:cubicBezTo>
                    <a:close/>
                  </a:path>
                </a:pathLst>
              </a:custGeom>
              <a:solidFill>
                <a:srgbClr val="E0D3FB">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200">
                    <a:solidFill>
                      <a:srgbClr val="7030A0"/>
                    </a:solidFill>
                    <a:latin typeface="微软雅黑"/>
                    <a:ea typeface="微软雅黑"/>
                    <a:cs typeface="微软雅黑"/>
                    <a:sym typeface="微软雅黑"/>
                  </a:rPr>
                  <a:t>输入修改文字</a:t>
                </a:r>
                <a:endParaRPr lang="en-US" sz="1100"/>
              </a:p>
            </p:txBody>
          </p:sp>
        </p:grpSp>
        <p:sp>
          <p:nvSpPr>
            <p:cNvPr name="Freeform 45" id="45"/>
            <p:cNvSpPr/>
            <p:nvPr/>
          </p:nvSpPr>
          <p:spPr>
            <a:xfrm rot="0" flipH="false" flipV="false">
              <a:off x="11130915" y="1487170"/>
              <a:ext cx="76200" cy="76200"/>
            </a:xfrm>
            <a:custGeom>
              <a:avLst/>
              <a:gdLst/>
              <a:ahLst/>
              <a:cxnLst/>
              <a:rect r="r" b="b" t="t" l="l"/>
              <a:pathLst>
                <a:path h="76200" w="76200">
                  <a:moveTo>
                    <a:pt x="76200" y="38101"/>
                  </a:moveTo>
                  <a:cubicBezTo>
                    <a:pt x="76200" y="59143"/>
                    <a:pt x="59143" y="76200"/>
                    <a:pt x="38100" y="76200"/>
                  </a:cubicBezTo>
                  <a:cubicBezTo>
                    <a:pt x="17057" y="76200"/>
                    <a:pt x="0" y="59143"/>
                    <a:pt x="0" y="38101"/>
                  </a:cubicBezTo>
                  <a:cubicBezTo>
                    <a:pt x="0" y="17057"/>
                    <a:pt x="17057" y="0"/>
                    <a:pt x="38100" y="0"/>
                  </a:cubicBezTo>
                  <a:cubicBezTo>
                    <a:pt x="59143" y="0"/>
                    <a:pt x="76200" y="17057"/>
                    <a:pt x="76200" y="38101"/>
                  </a:cubicBezTo>
                  <a:close/>
                </a:path>
              </a:pathLst>
            </a:custGeom>
            <a:solidFill>
              <a:srgbClr val="FFFFFF">
                <a:alpha val="6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46" id="46"/>
            <p:cNvSpPr/>
            <p:nvPr/>
          </p:nvSpPr>
          <p:spPr>
            <a:xfrm rot="0" flipH="false" flipV="false">
              <a:off x="7463790" y="1177925"/>
              <a:ext cx="577215" cy="250190"/>
            </a:xfrm>
            <a:prstGeom prst="rightArrow">
              <a:avLst>
                <a:gd name="adj1" fmla="val 50000"/>
                <a:gd name="adj2" fmla="val 50000"/>
              </a:avLst>
            </a:prstGeom>
            <a:solidFill>
              <a:srgbClr val="00B0F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47" id="47"/>
            <p:cNvSpPr/>
            <p:nvPr/>
          </p:nvSpPr>
          <p:spPr>
            <a:xfrm rot="0" flipH="false" flipV="false">
              <a:off x="4609465" y="1149350"/>
              <a:ext cx="327025" cy="307975"/>
            </a:xfrm>
            <a:prstGeom prst="mathPlus">
              <a:avLst>
                <a:gd name="adj1" fmla="val 23520"/>
              </a:avLst>
            </a:prstGeom>
            <a:solidFill>
              <a:srgbClr val="00B0F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sp>
        <p:nvSpPr>
          <p:cNvPr name="Freeform 48" id="48"/>
          <p:cNvSpPr/>
          <p:nvPr/>
        </p:nvSpPr>
        <p:spPr>
          <a:xfrm rot="0" flipH="false" flipV="false">
            <a:off x="4488180" y="2144395"/>
            <a:ext cx="3468370" cy="701040"/>
          </a:xfrm>
          <a:custGeom>
            <a:avLst/>
            <a:gdLst/>
            <a:ahLst/>
            <a:cxnLst/>
            <a:rect r="r" b="b" t="t" l="l"/>
            <a:pathLst>
              <a:path h="701040" w="3468370">
                <a:moveTo>
                  <a:pt x="3378864" y="0"/>
                </a:moveTo>
                <a:cubicBezTo>
                  <a:pt x="3428296" y="0"/>
                  <a:pt x="3468370" y="0"/>
                  <a:pt x="3468370" y="0"/>
                </a:cubicBezTo>
                <a:lnTo>
                  <a:pt x="3468370" y="701040"/>
                </a:lnTo>
                <a:cubicBezTo>
                  <a:pt x="3468370" y="701040"/>
                  <a:pt x="3428296" y="701040"/>
                  <a:pt x="3378864" y="701040"/>
                </a:cubicBezTo>
                <a:lnTo>
                  <a:pt x="89506" y="701040"/>
                </a:lnTo>
                <a:cubicBezTo>
                  <a:pt x="40074" y="701040"/>
                  <a:pt x="0" y="701040"/>
                  <a:pt x="0" y="701040"/>
                </a:cubicBezTo>
                <a:lnTo>
                  <a:pt x="0" y="0"/>
                </a:lnTo>
                <a:cubicBezTo>
                  <a:pt x="0" y="0"/>
                  <a:pt x="40074" y="0"/>
                  <a:pt x="89506"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49" id="49"/>
          <p:cNvSpPr/>
          <p:nvPr/>
        </p:nvSpPr>
        <p:spPr>
          <a:xfrm rot="0" flipH="false" flipV="false">
            <a:off x="5591175" y="2263140"/>
            <a:ext cx="1262380" cy="30670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000000"/>
                </a:solidFill>
                <a:latin typeface="微软雅黑"/>
                <a:ea typeface="微软雅黑"/>
                <a:cs typeface="微软雅黑"/>
                <a:sym typeface="微软雅黑"/>
              </a:rPr>
              <a:t>输入修改文字</a:t>
            </a:r>
            <a:endParaRPr lang="en-US" sz="1100"/>
          </a:p>
        </p:txBody>
      </p:sp>
      <p:sp>
        <p:nvSpPr>
          <p:cNvPr name="AutoShape 50" id="50"/>
          <p:cNvSpPr/>
          <p:nvPr/>
        </p:nvSpPr>
        <p:spPr>
          <a:xfrm rot="0" flipH="false" flipV="false">
            <a:off x="5544888" y="2482628"/>
            <a:ext cx="1354954" cy="27559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1200">
                <a:solidFill>
                  <a:srgbClr val="000000"/>
                </a:solidFill>
                <a:latin typeface="微软雅黑"/>
                <a:ea typeface="微软雅黑"/>
                <a:cs typeface="微软雅黑"/>
                <a:sym typeface="微软雅黑"/>
              </a:rPr>
              <a:t>输入修改文字</a:t>
            </a:r>
            <a:endParaRPr lang="en-US" sz="1100"/>
          </a:p>
        </p:txBody>
      </p:sp>
      <p:sp>
        <p:nvSpPr>
          <p:cNvPr name="Freeform 51" id="51"/>
          <p:cNvSpPr/>
          <p:nvPr/>
        </p:nvSpPr>
        <p:spPr>
          <a:xfrm rot="0" flipH="false" flipV="false">
            <a:off x="4512310" y="2924810"/>
            <a:ext cx="3468370" cy="701040"/>
          </a:xfrm>
          <a:custGeom>
            <a:avLst/>
            <a:gdLst/>
            <a:ahLst/>
            <a:cxnLst/>
            <a:rect r="r" b="b" t="t" l="l"/>
            <a:pathLst>
              <a:path h="701040" w="3468370">
                <a:moveTo>
                  <a:pt x="3378864" y="0"/>
                </a:moveTo>
                <a:cubicBezTo>
                  <a:pt x="3428296" y="0"/>
                  <a:pt x="3468370" y="0"/>
                  <a:pt x="3468370" y="0"/>
                </a:cubicBezTo>
                <a:lnTo>
                  <a:pt x="3468370" y="701040"/>
                </a:lnTo>
                <a:cubicBezTo>
                  <a:pt x="3468370" y="701040"/>
                  <a:pt x="3428296" y="701040"/>
                  <a:pt x="3378864" y="701040"/>
                </a:cubicBezTo>
                <a:lnTo>
                  <a:pt x="89506" y="701040"/>
                </a:lnTo>
                <a:cubicBezTo>
                  <a:pt x="40074" y="701040"/>
                  <a:pt x="0" y="701040"/>
                  <a:pt x="0" y="701040"/>
                </a:cubicBezTo>
                <a:lnTo>
                  <a:pt x="0" y="0"/>
                </a:lnTo>
                <a:cubicBezTo>
                  <a:pt x="0" y="0"/>
                  <a:pt x="40074" y="0"/>
                  <a:pt x="89506"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52" id="52"/>
          <p:cNvSpPr/>
          <p:nvPr/>
        </p:nvSpPr>
        <p:spPr>
          <a:xfrm rot="0" flipH="false" flipV="false">
            <a:off x="5615305" y="3043555"/>
            <a:ext cx="1262380" cy="30670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000000"/>
                </a:solidFill>
                <a:latin typeface="微软雅黑"/>
                <a:ea typeface="微软雅黑"/>
                <a:cs typeface="微软雅黑"/>
                <a:sym typeface="微软雅黑"/>
              </a:rPr>
              <a:t>输入修改文字</a:t>
            </a:r>
            <a:endParaRPr lang="en-US" sz="1100"/>
          </a:p>
        </p:txBody>
      </p:sp>
      <p:sp>
        <p:nvSpPr>
          <p:cNvPr name="AutoShape 53" id="53"/>
          <p:cNvSpPr/>
          <p:nvPr/>
        </p:nvSpPr>
        <p:spPr>
          <a:xfrm rot="0" flipH="false" flipV="false">
            <a:off x="5569018" y="3263043"/>
            <a:ext cx="1354954" cy="27559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1200">
                <a:solidFill>
                  <a:srgbClr val="000000"/>
                </a:solidFill>
                <a:latin typeface="微软雅黑"/>
                <a:ea typeface="微软雅黑"/>
                <a:cs typeface="微软雅黑"/>
                <a:sym typeface="微软雅黑"/>
              </a:rPr>
              <a:t>输入修改文字</a:t>
            </a:r>
            <a:endParaRPr lang="en-US" sz="1100"/>
          </a:p>
        </p:txBody>
      </p:sp>
      <p:sp>
        <p:nvSpPr>
          <p:cNvPr name="Freeform 54" id="54"/>
          <p:cNvSpPr/>
          <p:nvPr/>
        </p:nvSpPr>
        <p:spPr>
          <a:xfrm rot="0" flipH="false" flipV="false">
            <a:off x="8328025" y="2132965"/>
            <a:ext cx="3468370" cy="701040"/>
          </a:xfrm>
          <a:custGeom>
            <a:avLst/>
            <a:gdLst/>
            <a:ahLst/>
            <a:cxnLst/>
            <a:rect r="r" b="b" t="t" l="l"/>
            <a:pathLst>
              <a:path h="701040" w="3468370">
                <a:moveTo>
                  <a:pt x="3378864" y="0"/>
                </a:moveTo>
                <a:cubicBezTo>
                  <a:pt x="3428296" y="0"/>
                  <a:pt x="3468370" y="0"/>
                  <a:pt x="3468370" y="0"/>
                </a:cubicBezTo>
                <a:lnTo>
                  <a:pt x="3468370" y="701040"/>
                </a:lnTo>
                <a:cubicBezTo>
                  <a:pt x="3468370" y="701040"/>
                  <a:pt x="3428296" y="701040"/>
                  <a:pt x="3378864" y="701040"/>
                </a:cubicBezTo>
                <a:lnTo>
                  <a:pt x="89506" y="701040"/>
                </a:lnTo>
                <a:cubicBezTo>
                  <a:pt x="40074" y="701040"/>
                  <a:pt x="0" y="701040"/>
                  <a:pt x="0" y="701040"/>
                </a:cubicBezTo>
                <a:lnTo>
                  <a:pt x="0" y="0"/>
                </a:lnTo>
                <a:cubicBezTo>
                  <a:pt x="0" y="0"/>
                  <a:pt x="40074" y="0"/>
                  <a:pt x="89506"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55" id="55"/>
          <p:cNvSpPr/>
          <p:nvPr/>
        </p:nvSpPr>
        <p:spPr>
          <a:xfrm rot="0" flipH="false" flipV="false">
            <a:off x="9431020" y="2251710"/>
            <a:ext cx="1262380" cy="30670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000000"/>
                </a:solidFill>
                <a:latin typeface="微软雅黑"/>
                <a:ea typeface="微软雅黑"/>
                <a:cs typeface="微软雅黑"/>
                <a:sym typeface="微软雅黑"/>
              </a:rPr>
              <a:t>输入修改文字</a:t>
            </a:r>
            <a:endParaRPr lang="en-US" sz="1100"/>
          </a:p>
        </p:txBody>
      </p:sp>
      <p:sp>
        <p:nvSpPr>
          <p:cNvPr name="AutoShape 56" id="56"/>
          <p:cNvSpPr/>
          <p:nvPr/>
        </p:nvSpPr>
        <p:spPr>
          <a:xfrm rot="0" flipH="false" flipV="false">
            <a:off x="9384733" y="2471198"/>
            <a:ext cx="1354954" cy="27559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1200">
                <a:solidFill>
                  <a:srgbClr val="000000"/>
                </a:solidFill>
                <a:latin typeface="微软雅黑"/>
                <a:ea typeface="微软雅黑"/>
                <a:cs typeface="微软雅黑"/>
                <a:sym typeface="微软雅黑"/>
              </a:rPr>
              <a:t>输入修改文字</a:t>
            </a:r>
            <a:endParaRPr lang="en-US" sz="1100"/>
          </a:p>
        </p:txBody>
      </p:sp>
      <p:sp>
        <p:nvSpPr>
          <p:cNvPr name="Freeform 57" id="57"/>
          <p:cNvSpPr/>
          <p:nvPr/>
        </p:nvSpPr>
        <p:spPr>
          <a:xfrm rot="0" flipH="false" flipV="false">
            <a:off x="8328025" y="2924810"/>
            <a:ext cx="3468370" cy="701040"/>
          </a:xfrm>
          <a:custGeom>
            <a:avLst/>
            <a:gdLst/>
            <a:ahLst/>
            <a:cxnLst/>
            <a:rect r="r" b="b" t="t" l="l"/>
            <a:pathLst>
              <a:path h="701040" w="3468370">
                <a:moveTo>
                  <a:pt x="3378864" y="0"/>
                </a:moveTo>
                <a:cubicBezTo>
                  <a:pt x="3428296" y="0"/>
                  <a:pt x="3468370" y="0"/>
                  <a:pt x="3468370" y="0"/>
                </a:cubicBezTo>
                <a:lnTo>
                  <a:pt x="3468370" y="701040"/>
                </a:lnTo>
                <a:cubicBezTo>
                  <a:pt x="3468370" y="701040"/>
                  <a:pt x="3428296" y="701040"/>
                  <a:pt x="3378864" y="701040"/>
                </a:cubicBezTo>
                <a:lnTo>
                  <a:pt x="89506" y="701040"/>
                </a:lnTo>
                <a:cubicBezTo>
                  <a:pt x="40074" y="701040"/>
                  <a:pt x="0" y="701040"/>
                  <a:pt x="0" y="701040"/>
                </a:cubicBezTo>
                <a:lnTo>
                  <a:pt x="0" y="0"/>
                </a:lnTo>
                <a:cubicBezTo>
                  <a:pt x="0" y="0"/>
                  <a:pt x="40074" y="0"/>
                  <a:pt x="89506" y="0"/>
                </a:cubicBezTo>
                <a:close/>
              </a:path>
            </a:pathLst>
          </a:custGeom>
          <a:solidFill>
            <a:srgbClr val="F4EFFD">
              <a:alpha val="100000"/>
            </a:srgbClr>
          </a:solid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58" id="58"/>
          <p:cNvSpPr/>
          <p:nvPr/>
        </p:nvSpPr>
        <p:spPr>
          <a:xfrm rot="0" flipH="false" flipV="false">
            <a:off x="9431020" y="3043555"/>
            <a:ext cx="1262380" cy="306705"/>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true" i="false" strike="noStrike" u="none" sz="1400">
                <a:solidFill>
                  <a:srgbClr val="000000"/>
                </a:solidFill>
                <a:latin typeface="微软雅黑"/>
                <a:ea typeface="微软雅黑"/>
                <a:cs typeface="微软雅黑"/>
                <a:sym typeface="微软雅黑"/>
              </a:rPr>
              <a:t>输入修改文字</a:t>
            </a:r>
            <a:endParaRPr lang="en-US" sz="1100"/>
          </a:p>
        </p:txBody>
      </p:sp>
      <p:sp>
        <p:nvSpPr>
          <p:cNvPr name="AutoShape 59" id="59"/>
          <p:cNvSpPr/>
          <p:nvPr/>
        </p:nvSpPr>
        <p:spPr>
          <a:xfrm rot="0" flipH="false" flipV="false">
            <a:off x="9384733" y="3263043"/>
            <a:ext cx="1354954" cy="275590"/>
          </a:xfrm>
          <a:prstGeom prst="rect">
            <a:avLst/>
          </a:prstGeom>
          <a:noFill/>
          <a:ln w="12700">
            <a:noFill/>
            <a:prstDash val="solid"/>
          </a:ln>
        </p:spPr>
        <p:txBody>
          <a:bodyPr anchor="t" rtlCol="false" wrap="square" lIns="91440" rIns="91440" tIns="45720" bIns="45720">
            <a:spAutoFit/>
          </a:bodyPr>
          <a:lstStyle/>
          <a:p>
            <a:pPr algn="ctr" marL="0" indent="0">
              <a:lnSpc>
                <a:spcPct val="100000"/>
              </a:lnSpc>
              <a:defRPr/>
            </a:pPr>
            <a:r>
              <a:rPr lang="en-US" b="false" i="false" strike="noStrike" u="none" sz="1200">
                <a:solidFill>
                  <a:srgbClr val="000000"/>
                </a:solidFill>
                <a:latin typeface="微软雅黑"/>
                <a:ea typeface="微软雅黑"/>
                <a:cs typeface="微软雅黑"/>
                <a:sym typeface="微软雅黑"/>
              </a:rPr>
              <a:t>输入修改文字</a:t>
            </a:r>
            <a:endParaRPr lang="en-US" sz="1100"/>
          </a:p>
        </p:txBody>
      </p:sp>
      <p:sp>
        <p:nvSpPr>
          <p:cNvPr name="AutoShape 60" id="60"/>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sp>
        <p:nvSpPr>
          <p:cNvPr name="AutoShape 61" id="61"/>
          <p:cNvSpPr/>
          <p:nvPr/>
        </p:nvSpPr>
        <p:spPr>
          <a:xfrm rot="0" flipH="false" flipV="false">
            <a:off x="304692" y="85777"/>
            <a:ext cx="7651198" cy="558979"/>
          </a:xfrm>
          <a:prstGeom prst="rect">
            <a:avLst/>
          </a:prstGeom>
          <a:noFill/>
          <a:ln w="12700">
            <a:noFill/>
            <a:prstDash val="solid"/>
          </a:ln>
        </p:spPr>
        <p:txBody>
          <a:bodyPr anchor="b" rtlCol="false" vert="horz" wrap="square" lIns="91440" rIns="91440" tIns="45720" bIns="45720">
            <a:normAutofit lnSpcReduction="20000"/>
          </a:bodyPr>
          <a:lstStyle/>
          <a:p>
            <a:pPr algn="l" marL="0" indent="0">
              <a:lnSpc>
                <a:spcPct val="100000"/>
              </a:lnSpc>
              <a:defRPr/>
            </a:pPr>
            <a:r>
              <a:rPr lang="en-US" b="true" i="false" strike="noStrike" u="none" sz="2601">
                <a:solidFill>
                  <a:srgbClr val="FFFFFF"/>
                </a:solidFill>
                <a:latin typeface="微软雅黑"/>
                <a:ea typeface="微软雅黑"/>
                <a:cs typeface="微软雅黑"/>
                <a:sym typeface="微软雅黑"/>
              </a:rPr>
              <a:t>输入修改文字</a:t>
            </a:r>
            <a:endParaRPr lang="en-US" sz="1100"/>
          </a:p>
        </p:txBody>
      </p:sp>
      <p:pic>
        <p:nvPicPr>
          <p:cNvPr name="Picture 62" id="62"/>
          <p:cNvPicPr>
            <a:picLocks noChangeAspect="true"/>
          </p:cNvPicPr>
          <p:nvPr/>
        </p:nvPicPr>
        <p:blipFill>
          <a:blip r:embed="rId2"/>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347133" y="169335"/>
            <a:ext cx="11546840" cy="800100"/>
          </a:xfrm>
          <a:prstGeom prst="rect">
            <a:avLst/>
          </a:prstGeom>
          <a:noFill/>
          <a:ln w="12700">
            <a:noFill/>
            <a:prstDash val="solid"/>
          </a:ln>
        </p:spPr>
        <p:txBody>
          <a:bodyPr anchor="ctr" rtlCol="false" vert="horz" wrap="square" lIns="91440" rIns="91440" tIns="45720" bIns="45720">
            <a:normAutofit lnSpcReduction="0"/>
          </a:bodyPr>
          <a:lstStyle/>
          <a:p>
            <a:pPr algn="l" marL="0" indent="0">
              <a:lnSpc>
                <a:spcPct val="91666"/>
              </a:lnSpc>
              <a:defRPr/>
            </a:pPr>
            <a:r>
              <a:rPr lang="en-US" b="true" i="false" strike="noStrike" u="none" sz="3200">
                <a:solidFill>
                  <a:srgbClr val="FFFFFF"/>
                </a:solidFill>
                <a:latin typeface="微软雅黑"/>
                <a:ea typeface="微软雅黑"/>
                <a:cs typeface="微软雅黑"/>
                <a:sym typeface="微软雅黑"/>
              </a:rPr>
              <a:t>AI肝胆医联体关键节点规划</a:t>
            </a:r>
            <a:endParaRPr lang="en-US" sz="1100"/>
          </a:p>
        </p:txBody>
      </p:sp>
      <p:sp>
        <p:nvSpPr>
          <p:cNvPr name="Freeform 3" id="3"/>
          <p:cNvSpPr/>
          <p:nvPr/>
        </p:nvSpPr>
        <p:spPr>
          <a:xfrm rot="0" flipH="false" flipV="false">
            <a:off x="214734" y="6057325"/>
            <a:ext cx="11977266" cy="1108650"/>
          </a:xfrm>
          <a:custGeom>
            <a:avLst/>
            <a:gdLst/>
            <a:ahLst/>
            <a:cxnLst/>
            <a:rect r="r" b="b" t="t" l="l"/>
            <a:pathLst>
              <a:path h="1108650" w="11977266">
                <a:moveTo>
                  <a:pt x="11977266" y="0"/>
                </a:moveTo>
                <a:lnTo>
                  <a:pt x="11977266" y="1108650"/>
                </a:lnTo>
                <a:lnTo>
                  <a:pt x="0" y="1108650"/>
                </a:lnTo>
                <a:lnTo>
                  <a:pt x="157281" y="1059705"/>
                </a:lnTo>
                <a:cubicBezTo>
                  <a:pt x="525041" y="958284"/>
                  <a:pt x="999307" y="889575"/>
                  <a:pt x="1652166" y="841950"/>
                </a:cubicBezTo>
                <a:cubicBezTo>
                  <a:pt x="2696741" y="765750"/>
                  <a:pt x="4328692" y="918150"/>
                  <a:pt x="5862217" y="822900"/>
                </a:cubicBezTo>
                <a:cubicBezTo>
                  <a:pt x="7395741" y="727650"/>
                  <a:pt x="9735716" y="438725"/>
                  <a:pt x="10853316" y="270450"/>
                </a:cubicBezTo>
                <a:cubicBezTo>
                  <a:pt x="11272416" y="207347"/>
                  <a:pt x="11578109" y="129510"/>
                  <a:pt x="11811583" y="56026"/>
                </a:cubicBezTo>
                <a:close/>
              </a:path>
            </a:pathLst>
          </a:custGeom>
          <a:solidFill>
            <a:srgbClr val="5B9BD5">
              <a:alpha val="44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nvGrpSpPr>
          <p:cNvPr name="Group 4" id="4"/>
          <p:cNvGrpSpPr/>
          <p:nvPr/>
        </p:nvGrpSpPr>
        <p:grpSpPr>
          <a:xfrm>
            <a:off x="0" y="3895111"/>
            <a:ext cx="12192001" cy="3270863"/>
            <a:chOff x="0" y="3895111"/>
            <a:chExt cx="12192001" cy="3270863"/>
          </a:xfrm>
        </p:grpSpPr>
        <p:sp>
          <p:nvSpPr>
            <p:cNvPr name="Freeform 5" id="5"/>
            <p:cNvSpPr/>
            <p:nvPr/>
          </p:nvSpPr>
          <p:spPr>
            <a:xfrm rot="0" flipH="false" flipV="false">
              <a:off x="2914841" y="3895111"/>
              <a:ext cx="9277160" cy="3270863"/>
            </a:xfrm>
            <a:custGeom>
              <a:avLst/>
              <a:gdLst/>
              <a:ahLst/>
              <a:cxnLst/>
              <a:rect r="r" b="b" t="t" l="l"/>
              <a:pathLst>
                <a:path h="3270863" w="9277160">
                  <a:moveTo>
                    <a:pt x="9277159" y="0"/>
                  </a:moveTo>
                  <a:lnTo>
                    <a:pt x="9277159" y="3270863"/>
                  </a:lnTo>
                  <a:lnTo>
                    <a:pt x="0" y="3270863"/>
                  </a:lnTo>
                  <a:lnTo>
                    <a:pt x="33387" y="3260988"/>
                  </a:lnTo>
                  <a:cubicBezTo>
                    <a:pt x="694994" y="3086491"/>
                    <a:pt x="2226605" y="2915624"/>
                    <a:pt x="2871931" y="2701202"/>
                  </a:cubicBezTo>
                  <a:cubicBezTo>
                    <a:pt x="3666179" y="2437300"/>
                    <a:pt x="3871145" y="2180726"/>
                    <a:pt x="4501420" y="1799533"/>
                  </a:cubicBezTo>
                  <a:cubicBezTo>
                    <a:pt x="5131694" y="1418340"/>
                    <a:pt x="5838833" y="714597"/>
                    <a:pt x="6653577" y="414040"/>
                  </a:cubicBezTo>
                  <a:cubicBezTo>
                    <a:pt x="7366478" y="151054"/>
                    <a:pt x="8291233" y="42412"/>
                    <a:pt x="9067397" y="7083"/>
                  </a:cubicBezTo>
                  <a:close/>
                </a:path>
              </a:pathLst>
            </a:custGeom>
            <a:solidFill>
              <a:srgbClr val="5B21B6">
                <a:alpha val="96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6" id="6"/>
            <p:cNvSpPr/>
            <p:nvPr/>
          </p:nvSpPr>
          <p:spPr>
            <a:xfrm rot="0" flipH="false" flipV="false">
              <a:off x="0" y="5691555"/>
              <a:ext cx="12192000" cy="1474419"/>
            </a:xfrm>
            <a:custGeom>
              <a:avLst/>
              <a:gdLst/>
              <a:ahLst/>
              <a:cxnLst/>
              <a:rect r="r" b="b" t="t" l="l"/>
              <a:pathLst>
                <a:path h="1474419" w="12192000">
                  <a:moveTo>
                    <a:pt x="12192000" y="0"/>
                  </a:moveTo>
                  <a:lnTo>
                    <a:pt x="12192000" y="1474419"/>
                  </a:lnTo>
                  <a:lnTo>
                    <a:pt x="0" y="1474419"/>
                  </a:lnTo>
                  <a:lnTo>
                    <a:pt x="0" y="750278"/>
                  </a:lnTo>
                  <a:lnTo>
                    <a:pt x="39045" y="741505"/>
                  </a:lnTo>
                  <a:cubicBezTo>
                    <a:pt x="363858" y="662208"/>
                    <a:pt x="572469" y="575944"/>
                    <a:pt x="1177475" y="601614"/>
                  </a:cubicBezTo>
                  <a:cubicBezTo>
                    <a:pt x="1868912" y="630951"/>
                    <a:pt x="3068420" y="977102"/>
                    <a:pt x="4039850" y="950736"/>
                  </a:cubicBezTo>
                  <a:cubicBezTo>
                    <a:pt x="5011282" y="924369"/>
                    <a:pt x="6007498" y="530699"/>
                    <a:pt x="7006053" y="443418"/>
                  </a:cubicBezTo>
                  <a:cubicBezTo>
                    <a:pt x="8004611" y="356137"/>
                    <a:pt x="8973701" y="544336"/>
                    <a:pt x="10031189" y="427053"/>
                  </a:cubicBezTo>
                  <a:cubicBezTo>
                    <a:pt x="10559932" y="368412"/>
                    <a:pt x="11237641" y="222489"/>
                    <a:pt x="11859285" y="78271"/>
                  </a:cubicBezTo>
                  <a:close/>
                </a:path>
              </a:pathLst>
            </a:custGeom>
            <a:gradFill rotWithShape="true">
              <a:gsLst>
                <a:gs pos="0">
                  <a:srgbClr val="C29EDF">
                    <a:alpha val="100000"/>
                  </a:srgbClr>
                </a:gs>
                <a:gs pos="68000">
                  <a:srgbClr val="7030A0">
                    <a:alpha val="100000"/>
                  </a:srgbClr>
                </a:gs>
              </a:gsLst>
              <a:lin ang="27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7" id="7"/>
            <p:cNvSpPr/>
            <p:nvPr/>
          </p:nvSpPr>
          <p:spPr>
            <a:xfrm rot="0" flipH="false" flipV="false">
              <a:off x="3521296" y="4168847"/>
              <a:ext cx="8670704" cy="2997126"/>
            </a:xfrm>
            <a:custGeom>
              <a:avLst/>
              <a:gdLst/>
              <a:ahLst/>
              <a:cxnLst/>
              <a:rect r="r" b="b" t="t" l="l"/>
              <a:pathLst>
                <a:path h="2997126" w="8670704">
                  <a:moveTo>
                    <a:pt x="8670704" y="0"/>
                  </a:moveTo>
                  <a:lnTo>
                    <a:pt x="8670704" y="2997126"/>
                  </a:lnTo>
                  <a:lnTo>
                    <a:pt x="0" y="2997126"/>
                  </a:lnTo>
                  <a:lnTo>
                    <a:pt x="5674" y="2990226"/>
                  </a:lnTo>
                  <a:cubicBezTo>
                    <a:pt x="659422" y="2296757"/>
                    <a:pt x="2456302" y="1486056"/>
                    <a:pt x="3522529" y="1073911"/>
                  </a:cubicBezTo>
                  <a:cubicBezTo>
                    <a:pt x="4834809" y="566655"/>
                    <a:pt x="6359793" y="731591"/>
                    <a:pt x="7632417" y="401719"/>
                  </a:cubicBezTo>
                  <a:cubicBezTo>
                    <a:pt x="7950572" y="319251"/>
                    <a:pt x="8290809" y="178822"/>
                    <a:pt x="8632005" y="18943"/>
                  </a:cubicBezTo>
                  <a:close/>
                </a:path>
              </a:pathLst>
            </a:custGeom>
            <a:solidFill>
              <a:srgbClr val="AE6FCB">
                <a:alpha val="75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Freeform 8" id="8"/>
            <p:cNvSpPr/>
            <p:nvPr/>
          </p:nvSpPr>
          <p:spPr>
            <a:xfrm rot="0" flipH="false" flipV="false">
              <a:off x="932042" y="5051335"/>
              <a:ext cx="11259958" cy="2114639"/>
            </a:xfrm>
            <a:custGeom>
              <a:avLst/>
              <a:gdLst/>
              <a:ahLst/>
              <a:cxnLst/>
              <a:rect r="r" b="b" t="t" l="l"/>
              <a:pathLst>
                <a:path h="2114639" w="11259958">
                  <a:moveTo>
                    <a:pt x="11259958" y="0"/>
                  </a:moveTo>
                  <a:lnTo>
                    <a:pt x="11259958" y="2114639"/>
                  </a:lnTo>
                  <a:lnTo>
                    <a:pt x="0" y="2114639"/>
                  </a:lnTo>
                  <a:lnTo>
                    <a:pt x="105493" y="2062935"/>
                  </a:lnTo>
                  <a:cubicBezTo>
                    <a:pt x="1267455" y="1494325"/>
                    <a:pt x="2846716" y="738685"/>
                    <a:pt x="3859113" y="529857"/>
                  </a:cubicBezTo>
                  <a:cubicBezTo>
                    <a:pt x="5331691" y="226107"/>
                    <a:pt x="6436125" y="928694"/>
                    <a:pt x="7707553" y="830965"/>
                  </a:cubicBezTo>
                  <a:cubicBezTo>
                    <a:pt x="8820051" y="745453"/>
                    <a:pt x="10371322" y="241336"/>
                    <a:pt x="11186705" y="19322"/>
                  </a:cubicBezTo>
                  <a:close/>
                </a:path>
              </a:pathLst>
            </a:custGeom>
            <a:solidFill>
              <a:srgbClr val="7030A0">
                <a:alpha val="87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sp>
        <p:nvSpPr>
          <p:cNvPr name="Freeform 9" id="9"/>
          <p:cNvSpPr/>
          <p:nvPr/>
        </p:nvSpPr>
        <p:spPr>
          <a:xfrm rot="0" flipH="false" flipV="false">
            <a:off x="214733" y="4969755"/>
            <a:ext cx="11977267" cy="2221620"/>
          </a:xfrm>
          <a:custGeom>
            <a:avLst/>
            <a:gdLst/>
            <a:ahLst/>
            <a:cxnLst/>
            <a:rect r="r" b="b" t="t" l="l"/>
            <a:pathLst>
              <a:path h="2221620" w="11977267">
                <a:moveTo>
                  <a:pt x="11977267" y="0"/>
                </a:moveTo>
                <a:lnTo>
                  <a:pt x="11977267" y="2221620"/>
                </a:lnTo>
                <a:lnTo>
                  <a:pt x="0" y="2221620"/>
                </a:lnTo>
                <a:lnTo>
                  <a:pt x="75618" y="2136938"/>
                </a:lnTo>
                <a:cubicBezTo>
                  <a:pt x="621449" y="1583047"/>
                  <a:pt x="1526795" y="1041314"/>
                  <a:pt x="2719203" y="869070"/>
                </a:cubicBezTo>
                <a:cubicBezTo>
                  <a:pt x="4081957" y="672220"/>
                  <a:pt x="6508232" y="1332620"/>
                  <a:pt x="8040427" y="1192920"/>
                </a:cubicBezTo>
                <a:cubicBezTo>
                  <a:pt x="9572622" y="1053220"/>
                  <a:pt x="11155289" y="319795"/>
                  <a:pt x="11912374" y="30870"/>
                </a:cubicBezTo>
                <a:close/>
              </a:path>
            </a:pathLst>
          </a:custGeom>
          <a:solidFill>
            <a:srgbClr val="946AE8">
              <a:alpha val="48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nvGrpSpPr>
          <p:cNvPr name="Group 10" id="10"/>
          <p:cNvGrpSpPr/>
          <p:nvPr/>
        </p:nvGrpSpPr>
        <p:grpSpPr>
          <a:xfrm>
            <a:off x="214402" y="3231029"/>
            <a:ext cx="2062480" cy="3263729"/>
            <a:chOff x="214402" y="3231029"/>
            <a:chExt cx="2062480" cy="3263729"/>
          </a:xfrm>
        </p:grpSpPr>
        <p:grpSp>
          <p:nvGrpSpPr>
            <p:cNvPr name="Group 11" id="11"/>
            <p:cNvGrpSpPr/>
            <p:nvPr/>
          </p:nvGrpSpPr>
          <p:grpSpPr>
            <a:xfrm>
              <a:off x="214402" y="6218076"/>
              <a:ext cx="276682" cy="276682"/>
              <a:chOff x="214402" y="6218076"/>
              <a:chExt cx="276682" cy="276682"/>
            </a:xfrm>
          </p:grpSpPr>
          <p:sp>
            <p:nvSpPr>
              <p:cNvPr name="AutoShape 12" id="12"/>
              <p:cNvSpPr/>
              <p:nvPr/>
            </p:nvSpPr>
            <p:spPr>
              <a:xfrm rot="0" flipH="false" flipV="false">
                <a:off x="214402" y="6218076"/>
                <a:ext cx="276682" cy="276682"/>
              </a:xfrm>
              <a:prstGeom prst="ellipse">
                <a:avLst/>
              </a:prstGeom>
              <a:solidFill>
                <a:srgbClr val="FFFFFF">
                  <a:alpha val="100000"/>
                </a:srgbClr>
              </a:solidFill>
              <a:ln w="12700" cap="flat">
                <a:noFill/>
                <a:prstDash val="solid"/>
              </a:ln>
              <a:effectLst>
                <a:outerShdw dir="2700000" dist="38100" blurRad="50800" algn="tl" rotWithShape="false">
                  <a:srgbClr val="000000">
                    <a:alpha val="3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13" id="13"/>
              <p:cNvSpPr/>
              <p:nvPr/>
            </p:nvSpPr>
            <p:spPr>
              <a:xfrm rot="0" flipH="false" flipV="false">
                <a:off x="290879" y="6294553"/>
                <a:ext cx="123727" cy="123727"/>
              </a:xfrm>
              <a:prstGeom prst="ellipse">
                <a:avLst/>
              </a:pr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cxnSp>
          <p:nvCxnSpPr>
            <p:cNvPr name="Connector 14" id="14"/>
            <p:cNvCxnSpPr/>
            <p:nvPr/>
          </p:nvCxnSpPr>
          <p:spPr>
            <a:xfrm rot="0" flipH="false" flipV="false">
              <a:off x="352743" y="3472656"/>
              <a:ext cx="0" cy="2743999"/>
            </a:xfrm>
            <a:prstGeom prst="line">
              <a:avLst/>
            </a:prstGeom>
            <a:noFill/>
            <a:ln w="12700" cap="flat">
              <a:gradFill rotWithShape="false">
                <a:gsLst>
                  <a:gs pos="0">
                    <a:srgbClr val="5B9BD5">
                      <a:alpha val="100000"/>
                    </a:srgbClr>
                  </a:gs>
                  <a:gs pos="100000">
                    <a:srgbClr val="DEEBF7">
                      <a:alpha val="10000"/>
                    </a:srgbClr>
                  </a:gs>
                </a:gsLst>
                <a:lin ang="5400000"/>
              </a:gradFill>
              <a:prstDash val="solid"/>
              <a:headEnd type="none" w="med" len="med"/>
              <a:tailEnd type="none" w="med" len="med"/>
            </a:ln>
          </p:spPr>
        </p:cxnSp>
        <p:sp>
          <p:nvSpPr>
            <p:cNvPr name="AutoShape 15" id="15"/>
            <p:cNvSpPr/>
            <p:nvPr/>
          </p:nvSpPr>
          <p:spPr>
            <a:xfrm rot="0" flipH="false" flipV="false">
              <a:off x="548412" y="3231029"/>
              <a:ext cx="1728470" cy="339090"/>
            </a:xfrm>
            <a:prstGeom prst="roundRect">
              <a:avLst>
                <a:gd name="adj" fmla="val 50000"/>
              </a:avLst>
            </a:pr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Microsoft YaHei Bold"/>
                  <a:ea typeface="Microsoft YaHei Bold"/>
                  <a:cs typeface="Microsoft YaHei Bold"/>
                  <a:sym typeface="Microsoft YaHei Bold"/>
                </a:rPr>
                <a:t>2025.12</a:t>
              </a:r>
              <a:endParaRPr lang="en-US" sz="1100"/>
            </a:p>
          </p:txBody>
        </p:sp>
        <p:sp>
          <p:nvSpPr>
            <p:cNvPr name="AutoShape 16" id="16"/>
            <p:cNvSpPr/>
            <p:nvPr/>
          </p:nvSpPr>
          <p:spPr>
            <a:xfrm rot="0" flipH="false" flipV="false">
              <a:off x="310316" y="3388461"/>
              <a:ext cx="84854" cy="84852"/>
            </a:xfrm>
            <a:prstGeom prst="ellipse">
              <a:avLst/>
            </a:prstGeom>
            <a:noFill/>
            <a:ln w="12700" cap="flat">
              <a:solidFill>
                <a:srgbClr val="5B9BD5">
                  <a:alpha val="100000"/>
                </a:srgbClr>
              </a:solid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sp>
        <p:nvSpPr>
          <p:cNvPr name="AutoShape 17" id="17"/>
          <p:cNvSpPr/>
          <p:nvPr/>
        </p:nvSpPr>
        <p:spPr>
          <a:xfrm rot="0" flipH="false" flipV="false">
            <a:off x="495935" y="3686175"/>
            <a:ext cx="2009140" cy="1568450"/>
          </a:xfrm>
          <a:prstGeom prst="rect">
            <a:avLst/>
          </a:prstGeom>
          <a:noFill/>
          <a:ln w="12700">
            <a:noFill/>
            <a:prstDash val="solid"/>
          </a:ln>
        </p:spPr>
        <p:txBody>
          <a:bodyPr anchor="t" rtlCol="false" wrap="square" lIns="91440" rIns="91440" tIns="45720" bIns="45720">
            <a:spAutoFit/>
          </a:bodyPr>
          <a:lstStyle/>
          <a:p>
            <a:pPr algn="l" indent="-203200" marL="203200">
              <a:lnSpc>
                <a:spcPct val="150000"/>
              </a:lnSpc>
              <a:buClr>
                <a:srgbClr val="404040"/>
              </a:buClr>
              <a:buFont typeface="Arial"/>
              <a:buChar char="•"/>
              <a:defRPr/>
            </a:pPr>
            <a:r>
              <a:rPr lang="en-US" b="false" i="false" strike="noStrike" u="none" sz="1600">
                <a:solidFill>
                  <a:srgbClr val="404040"/>
                </a:solidFill>
                <a:latin typeface="微软雅黑"/>
                <a:ea typeface="微软雅黑"/>
                <a:cs typeface="微软雅黑"/>
                <a:sym typeface="微软雅黑"/>
              </a:rPr>
              <a:t>昌平区、朝阳区AI肝胆智能体上线</a:t>
            </a:r>
            <a:endParaRPr lang="en-US" sz="1100"/>
          </a:p>
          <a:p>
            <a:pPr algn="l" indent="-203200" marL="203200">
              <a:lnSpc>
                <a:spcPct val="150000"/>
              </a:lnSpc>
              <a:buClr>
                <a:srgbClr val="404040"/>
              </a:buClr>
              <a:buFont typeface="Arial"/>
              <a:buChar char="•"/>
            </a:pPr>
            <a:r>
              <a:rPr lang="en-US" b="false" i="false" strike="noStrike" u="none" sz="1600">
                <a:solidFill>
                  <a:srgbClr val="404040"/>
                </a:solidFill>
                <a:latin typeface="微软雅黑"/>
                <a:ea typeface="微软雅黑"/>
                <a:cs typeface="微软雅黑"/>
                <a:sym typeface="微软雅黑"/>
              </a:rPr>
              <a:t>朝阳区肝胆专科医联体合作签署</a:t>
            </a:r>
          </a:p>
        </p:txBody>
      </p:sp>
      <p:grpSp>
        <p:nvGrpSpPr>
          <p:cNvPr name="Group 18" id="18"/>
          <p:cNvGrpSpPr/>
          <p:nvPr/>
        </p:nvGrpSpPr>
        <p:grpSpPr>
          <a:xfrm>
            <a:off x="2544217" y="2886811"/>
            <a:ext cx="2242185" cy="3106297"/>
            <a:chOff x="2544217" y="2886811"/>
            <a:chExt cx="2242185" cy="3106297"/>
          </a:xfrm>
        </p:grpSpPr>
        <p:grpSp>
          <p:nvGrpSpPr>
            <p:cNvPr name="Group 19" id="19"/>
            <p:cNvGrpSpPr/>
            <p:nvPr/>
          </p:nvGrpSpPr>
          <p:grpSpPr>
            <a:xfrm>
              <a:off x="2544217" y="5716426"/>
              <a:ext cx="276682" cy="276682"/>
              <a:chOff x="2544217" y="5716426"/>
              <a:chExt cx="276682" cy="276682"/>
            </a:xfrm>
          </p:grpSpPr>
          <p:sp>
            <p:nvSpPr>
              <p:cNvPr name="AutoShape 20" id="20"/>
              <p:cNvSpPr/>
              <p:nvPr/>
            </p:nvSpPr>
            <p:spPr>
              <a:xfrm rot="0" flipH="false" flipV="false">
                <a:off x="2544217" y="5716426"/>
                <a:ext cx="276682" cy="276682"/>
              </a:xfrm>
              <a:prstGeom prst="ellipse">
                <a:avLst/>
              </a:prstGeom>
              <a:solidFill>
                <a:srgbClr val="FFFFFF">
                  <a:alpha val="100000"/>
                </a:srgbClr>
              </a:solidFill>
              <a:ln w="12700" cap="flat">
                <a:noFill/>
                <a:prstDash val="solid"/>
              </a:ln>
              <a:effectLst>
                <a:outerShdw dir="2700000" dist="38100" blurRad="50800" algn="tl" rotWithShape="false">
                  <a:srgbClr val="000000">
                    <a:alpha val="3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21" id="21"/>
              <p:cNvSpPr/>
              <p:nvPr/>
            </p:nvSpPr>
            <p:spPr>
              <a:xfrm rot="0" flipH="false" flipV="false">
                <a:off x="2620694" y="5792903"/>
                <a:ext cx="123727" cy="123727"/>
              </a:xfrm>
              <a:prstGeom prst="ellipse">
                <a:avLst/>
              </a:prstGeom>
              <a:solidFill>
                <a:srgbClr val="8B5CF6">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cxnSp>
          <p:nvCxnSpPr>
            <p:cNvPr name="Connector 22" id="22"/>
            <p:cNvCxnSpPr/>
            <p:nvPr/>
          </p:nvCxnSpPr>
          <p:spPr>
            <a:xfrm rot="0" flipH="false" flipV="false">
              <a:off x="2682558" y="2971006"/>
              <a:ext cx="0" cy="2743999"/>
            </a:xfrm>
            <a:prstGeom prst="line">
              <a:avLst/>
            </a:prstGeom>
            <a:noFill/>
            <a:ln w="12700" cap="flat">
              <a:gradFill rotWithShape="false">
                <a:gsLst>
                  <a:gs pos="0">
                    <a:srgbClr val="5B9BD5">
                      <a:alpha val="100000"/>
                    </a:srgbClr>
                  </a:gs>
                  <a:gs pos="100000">
                    <a:srgbClr val="DEEBF7">
                      <a:alpha val="10000"/>
                    </a:srgbClr>
                  </a:gs>
                </a:gsLst>
                <a:lin ang="5400000"/>
              </a:gradFill>
              <a:prstDash val="solid"/>
              <a:headEnd type="none" w="med" len="med"/>
              <a:tailEnd type="none" w="med" len="med"/>
            </a:ln>
          </p:spPr>
        </p:cxnSp>
        <p:sp>
          <p:nvSpPr>
            <p:cNvPr name="AutoShape 23" id="23"/>
            <p:cNvSpPr/>
            <p:nvPr/>
          </p:nvSpPr>
          <p:spPr>
            <a:xfrm rot="0" flipH="false" flipV="false">
              <a:off x="2878227" y="2889986"/>
              <a:ext cx="1908175" cy="339090"/>
            </a:xfrm>
            <a:prstGeom prst="roundRect">
              <a:avLst>
                <a:gd name="adj" fmla="val 50000"/>
              </a:avLst>
            </a:prstGeom>
            <a:solidFill>
              <a:srgbClr val="5562E3">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Microsoft YaHei Bold"/>
                  <a:ea typeface="Microsoft YaHei Bold"/>
                  <a:cs typeface="Microsoft YaHei Bold"/>
                  <a:sym typeface="Microsoft YaHei Bold"/>
                </a:rPr>
                <a:t>2026.1-2</a:t>
              </a:r>
              <a:endParaRPr lang="en-US" sz="1100"/>
            </a:p>
          </p:txBody>
        </p:sp>
        <p:sp>
          <p:nvSpPr>
            <p:cNvPr name="AutoShape 24" id="24"/>
            <p:cNvSpPr/>
            <p:nvPr/>
          </p:nvSpPr>
          <p:spPr>
            <a:xfrm rot="0" flipH="false" flipV="false">
              <a:off x="2640131" y="2886811"/>
              <a:ext cx="84854" cy="84852"/>
            </a:xfrm>
            <a:prstGeom prst="ellipse">
              <a:avLst/>
            </a:prstGeom>
            <a:noFill/>
            <a:ln w="12700" cap="flat">
              <a:solidFill>
                <a:srgbClr val="5B9BD5">
                  <a:alpha val="100000"/>
                </a:srgbClr>
              </a:solid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grpSp>
        <p:nvGrpSpPr>
          <p:cNvPr name="Group 25" id="25"/>
          <p:cNvGrpSpPr/>
          <p:nvPr/>
        </p:nvGrpSpPr>
        <p:grpSpPr>
          <a:xfrm>
            <a:off x="4946422" y="2427754"/>
            <a:ext cx="2493645" cy="3263729"/>
            <a:chOff x="4946422" y="2427754"/>
            <a:chExt cx="2493645" cy="3263729"/>
          </a:xfrm>
        </p:grpSpPr>
        <p:grpSp>
          <p:nvGrpSpPr>
            <p:cNvPr name="Group 26" id="26"/>
            <p:cNvGrpSpPr/>
            <p:nvPr/>
          </p:nvGrpSpPr>
          <p:grpSpPr>
            <a:xfrm>
              <a:off x="4946422" y="5414801"/>
              <a:ext cx="276682" cy="276682"/>
              <a:chOff x="4946422" y="5414801"/>
              <a:chExt cx="276682" cy="276682"/>
            </a:xfrm>
          </p:grpSpPr>
          <p:sp>
            <p:nvSpPr>
              <p:cNvPr name="AutoShape 27" id="27"/>
              <p:cNvSpPr/>
              <p:nvPr/>
            </p:nvSpPr>
            <p:spPr>
              <a:xfrm rot="0" flipH="false" flipV="false">
                <a:off x="4946422" y="5414801"/>
                <a:ext cx="276682" cy="276682"/>
              </a:xfrm>
              <a:prstGeom prst="ellipse">
                <a:avLst/>
              </a:prstGeom>
              <a:solidFill>
                <a:srgbClr val="FFFFFF">
                  <a:alpha val="100000"/>
                </a:srgbClr>
              </a:solidFill>
              <a:ln w="12700" cap="flat">
                <a:noFill/>
                <a:prstDash val="solid"/>
              </a:ln>
              <a:effectLst>
                <a:outerShdw dir="2700000" dist="38100" blurRad="50800" algn="tl" rotWithShape="false">
                  <a:srgbClr val="000000">
                    <a:alpha val="3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28" id="28"/>
              <p:cNvSpPr/>
              <p:nvPr/>
            </p:nvSpPr>
            <p:spPr>
              <a:xfrm rot="0" flipH="false" flipV="false">
                <a:off x="5022899" y="5491278"/>
                <a:ext cx="123727" cy="123727"/>
              </a:xfrm>
              <a:prstGeom prst="ellipse">
                <a:avLst/>
              </a:pr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cxnSp>
          <p:nvCxnSpPr>
            <p:cNvPr name="Connector 29" id="29"/>
            <p:cNvCxnSpPr/>
            <p:nvPr/>
          </p:nvCxnSpPr>
          <p:spPr>
            <a:xfrm rot="0" flipH="false" flipV="false">
              <a:off x="5084763" y="2669381"/>
              <a:ext cx="0" cy="2743999"/>
            </a:xfrm>
            <a:prstGeom prst="line">
              <a:avLst/>
            </a:prstGeom>
            <a:noFill/>
            <a:ln w="12700" cap="flat">
              <a:gradFill rotWithShape="false">
                <a:gsLst>
                  <a:gs pos="0">
                    <a:srgbClr val="5B9BD5">
                      <a:alpha val="100000"/>
                    </a:srgbClr>
                  </a:gs>
                  <a:gs pos="100000">
                    <a:srgbClr val="DEEBF7">
                      <a:alpha val="10000"/>
                    </a:srgbClr>
                  </a:gs>
                </a:gsLst>
                <a:lin ang="5400000"/>
              </a:gradFill>
              <a:prstDash val="solid"/>
              <a:headEnd type="none" w="med" len="med"/>
              <a:tailEnd type="none" w="med" len="med"/>
            </a:ln>
          </p:spPr>
        </p:cxnSp>
        <p:sp>
          <p:nvSpPr>
            <p:cNvPr name="AutoShape 30" id="30"/>
            <p:cNvSpPr/>
            <p:nvPr/>
          </p:nvSpPr>
          <p:spPr>
            <a:xfrm rot="0" flipH="false" flipV="false">
              <a:off x="5280432" y="2427754"/>
              <a:ext cx="2159635" cy="339090"/>
            </a:xfrm>
            <a:prstGeom prst="roundRect">
              <a:avLst>
                <a:gd name="adj" fmla="val 50000"/>
              </a:avLst>
            </a:prstGeom>
            <a:solidFill>
              <a:srgbClr val="7030A0">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Microsoft YaHei Bold"/>
                  <a:ea typeface="Microsoft YaHei Bold"/>
                  <a:cs typeface="Microsoft YaHei Bold"/>
                  <a:sym typeface="Microsoft YaHei Bold"/>
                </a:rPr>
                <a:t>2026.1-3</a:t>
              </a:r>
              <a:endParaRPr lang="en-US" sz="1100"/>
            </a:p>
          </p:txBody>
        </p:sp>
        <p:sp>
          <p:nvSpPr>
            <p:cNvPr name="AutoShape 31" id="31"/>
            <p:cNvSpPr/>
            <p:nvPr/>
          </p:nvSpPr>
          <p:spPr>
            <a:xfrm rot="0" flipH="false" flipV="false">
              <a:off x="5042336" y="2585186"/>
              <a:ext cx="84854" cy="84852"/>
            </a:xfrm>
            <a:prstGeom prst="ellipse">
              <a:avLst/>
            </a:prstGeom>
            <a:noFill/>
            <a:ln w="12700" cap="flat">
              <a:solidFill>
                <a:srgbClr val="5B9BD5">
                  <a:alpha val="100000"/>
                </a:srgbClr>
              </a:solid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sp>
        <p:nvSpPr>
          <p:cNvPr name="AutoShape 32" id="32"/>
          <p:cNvSpPr/>
          <p:nvPr/>
        </p:nvSpPr>
        <p:spPr>
          <a:xfrm rot="0" flipH="false" flipV="false">
            <a:off x="5314950" y="2950210"/>
            <a:ext cx="2138045" cy="1568450"/>
          </a:xfrm>
          <a:prstGeom prst="rect">
            <a:avLst/>
          </a:prstGeom>
          <a:noFill/>
          <a:ln w="12700">
            <a:noFill/>
            <a:prstDash val="solid"/>
          </a:ln>
        </p:spPr>
        <p:txBody>
          <a:bodyPr anchor="t" rtlCol="false" wrap="square" lIns="91440" rIns="91440" tIns="45720" bIns="45720">
            <a:spAutoFit/>
          </a:bodyPr>
          <a:lstStyle/>
          <a:p>
            <a:pPr algn="l" indent="-203200" marL="203200">
              <a:lnSpc>
                <a:spcPct val="150000"/>
              </a:lnSpc>
              <a:buClr>
                <a:srgbClr val="404040"/>
              </a:buClr>
              <a:buFont typeface="Arial"/>
              <a:buChar char="•"/>
              <a:defRPr/>
            </a:pPr>
            <a:r>
              <a:rPr lang="en-US" b="false" i="false" strike="noStrike" u="none" sz="1600">
                <a:solidFill>
                  <a:srgbClr val="404040"/>
                </a:solidFill>
                <a:latin typeface="微软雅黑"/>
                <a:ea typeface="微软雅黑"/>
                <a:cs typeface="微软雅黑"/>
                <a:sym typeface="微软雅黑"/>
              </a:rPr>
              <a:t>AI肝胆总医院建设</a:t>
            </a:r>
            <a:endParaRPr lang="en-US" sz="1100"/>
          </a:p>
          <a:p>
            <a:pPr algn="l" indent="-203200" marL="203200">
              <a:lnSpc>
                <a:spcPct val="150000"/>
              </a:lnSpc>
              <a:buClr>
                <a:srgbClr val="404040"/>
              </a:buClr>
              <a:buFont typeface="Arial"/>
              <a:buChar char="•"/>
            </a:pPr>
            <a:r>
              <a:rPr lang="en-US" b="false" i="false" strike="noStrike" u="none" sz="1600">
                <a:solidFill>
                  <a:srgbClr val="404040"/>
                </a:solidFill>
                <a:latin typeface="微软雅黑"/>
                <a:ea typeface="微软雅黑"/>
                <a:cs typeface="微软雅黑"/>
                <a:sym typeface="微软雅黑"/>
              </a:rPr>
              <a:t>医联体合作医院协议签署</a:t>
            </a:r>
          </a:p>
          <a:p>
            <a:pPr algn="l" marL="0" indent="0">
              <a:lnSpc>
                <a:spcPct val="150000"/>
              </a:lnSpc>
            </a:pPr>
            <a:r>
              <a:rPr lang="en-US" b="false" i="false" strike="noStrike" u="none" sz="1600">
                <a:solidFill>
                  <a:srgbClr val="000000"/>
                </a:solidFill>
                <a:latin typeface="Calibri"/>
                <a:ea typeface="Calibri"/>
                <a:cs typeface="Calibri"/>
                <a:sym typeface="Calibri"/>
              </a:rPr>
              <a:t> </a:t>
            </a:r>
          </a:p>
        </p:txBody>
      </p:sp>
      <p:grpSp>
        <p:nvGrpSpPr>
          <p:cNvPr name="Group 33" id="33"/>
          <p:cNvGrpSpPr/>
          <p:nvPr/>
        </p:nvGrpSpPr>
        <p:grpSpPr>
          <a:xfrm>
            <a:off x="8120152" y="1853079"/>
            <a:ext cx="2062480" cy="3263729"/>
            <a:chOff x="8120152" y="1853079"/>
            <a:chExt cx="2062480" cy="3263729"/>
          </a:xfrm>
        </p:grpSpPr>
        <p:grpSp>
          <p:nvGrpSpPr>
            <p:cNvPr name="Group 34" id="34"/>
            <p:cNvGrpSpPr/>
            <p:nvPr/>
          </p:nvGrpSpPr>
          <p:grpSpPr>
            <a:xfrm>
              <a:off x="8120152" y="4840126"/>
              <a:ext cx="276682" cy="276682"/>
              <a:chOff x="8120152" y="4840126"/>
              <a:chExt cx="276682" cy="276682"/>
            </a:xfrm>
          </p:grpSpPr>
          <p:sp>
            <p:nvSpPr>
              <p:cNvPr name="AutoShape 35" id="35"/>
              <p:cNvSpPr/>
              <p:nvPr/>
            </p:nvSpPr>
            <p:spPr>
              <a:xfrm rot="0" flipH="false" flipV="false">
                <a:off x="8120152" y="4840126"/>
                <a:ext cx="276682" cy="276682"/>
              </a:xfrm>
              <a:prstGeom prst="ellipse">
                <a:avLst/>
              </a:prstGeom>
              <a:solidFill>
                <a:srgbClr val="FFFFFF">
                  <a:alpha val="100000"/>
                </a:srgbClr>
              </a:solidFill>
              <a:ln w="12700" cap="flat">
                <a:noFill/>
                <a:prstDash val="solid"/>
              </a:ln>
              <a:effectLst>
                <a:outerShdw dir="2700000" dist="38100" blurRad="50800" algn="tl" rotWithShape="false">
                  <a:srgbClr val="000000">
                    <a:alpha val="30000"/>
                  </a:srgbClr>
                </a:outerShdw>
              </a:effectLst>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36" id="36"/>
              <p:cNvSpPr/>
              <p:nvPr/>
            </p:nvSpPr>
            <p:spPr>
              <a:xfrm rot="0" flipH="false" flipV="false">
                <a:off x="8196629" y="4916603"/>
                <a:ext cx="123727" cy="123727"/>
              </a:xfrm>
              <a:prstGeom prst="ellipse">
                <a:avLst/>
              </a:prstGeom>
              <a:solidFill>
                <a:srgbClr val="8B5CF6">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cxnSp>
          <p:nvCxnSpPr>
            <p:cNvPr name="Connector 37" id="37"/>
            <p:cNvCxnSpPr/>
            <p:nvPr/>
          </p:nvCxnSpPr>
          <p:spPr>
            <a:xfrm rot="0" flipH="false" flipV="false">
              <a:off x="8258493" y="2094706"/>
              <a:ext cx="0" cy="2743999"/>
            </a:xfrm>
            <a:prstGeom prst="line">
              <a:avLst/>
            </a:prstGeom>
            <a:noFill/>
            <a:ln w="12700" cap="flat">
              <a:gradFill rotWithShape="false">
                <a:gsLst>
                  <a:gs pos="0">
                    <a:srgbClr val="5B9BD5">
                      <a:alpha val="100000"/>
                    </a:srgbClr>
                  </a:gs>
                  <a:gs pos="100000">
                    <a:srgbClr val="DEEBF7">
                      <a:alpha val="10000"/>
                    </a:srgbClr>
                  </a:gs>
                </a:gsLst>
                <a:lin ang="5400000"/>
              </a:gradFill>
              <a:prstDash val="solid"/>
              <a:headEnd type="none" w="med" len="med"/>
              <a:tailEnd type="none" w="med" len="med"/>
            </a:ln>
          </p:spPr>
        </p:cxnSp>
        <p:sp>
          <p:nvSpPr>
            <p:cNvPr name="AutoShape 38" id="38"/>
            <p:cNvSpPr/>
            <p:nvPr/>
          </p:nvSpPr>
          <p:spPr>
            <a:xfrm rot="0" flipH="false" flipV="false">
              <a:off x="8454162" y="1853079"/>
              <a:ext cx="1728470" cy="339090"/>
            </a:xfrm>
            <a:prstGeom prst="roundRect">
              <a:avLst>
                <a:gd name="adj" fmla="val 50000"/>
              </a:avLst>
            </a:prstGeom>
            <a:solidFill>
              <a:srgbClr val="5562E3">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true" i="false" strike="noStrike" u="none" sz="1800">
                  <a:solidFill>
                    <a:srgbClr val="FFFFFF"/>
                  </a:solidFill>
                  <a:latin typeface="Microsoft YaHei Bold"/>
                  <a:ea typeface="Microsoft YaHei Bold"/>
                  <a:cs typeface="Microsoft YaHei Bold"/>
                  <a:sym typeface="Microsoft YaHei Bold"/>
                </a:rPr>
                <a:t>2026.4</a:t>
              </a:r>
              <a:endParaRPr lang="en-US" sz="1100"/>
            </a:p>
          </p:txBody>
        </p:sp>
        <p:sp>
          <p:nvSpPr>
            <p:cNvPr name="AutoShape 39" id="39"/>
            <p:cNvSpPr/>
            <p:nvPr/>
          </p:nvSpPr>
          <p:spPr>
            <a:xfrm rot="0" flipH="false" flipV="false">
              <a:off x="8216066" y="2010511"/>
              <a:ext cx="84854" cy="84852"/>
            </a:xfrm>
            <a:prstGeom prst="ellipse">
              <a:avLst/>
            </a:prstGeom>
            <a:noFill/>
            <a:ln w="12700" cap="flat">
              <a:solidFill>
                <a:srgbClr val="5B9BD5">
                  <a:alpha val="100000"/>
                </a:srgbClr>
              </a:solid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grpSp>
      <p:sp>
        <p:nvSpPr>
          <p:cNvPr name="AutoShape 40" id="40"/>
          <p:cNvSpPr/>
          <p:nvPr/>
        </p:nvSpPr>
        <p:spPr>
          <a:xfrm rot="0" flipH="false" flipV="false">
            <a:off x="8446135" y="2279650"/>
            <a:ext cx="2025015" cy="1198880"/>
          </a:xfrm>
          <a:prstGeom prst="rect">
            <a:avLst/>
          </a:prstGeom>
          <a:noFill/>
          <a:ln w="12700">
            <a:noFill/>
            <a:prstDash val="solid"/>
          </a:ln>
        </p:spPr>
        <p:txBody>
          <a:bodyPr anchor="t" rtlCol="false" wrap="square" lIns="91440" rIns="91440" tIns="45720" bIns="45720">
            <a:spAutoFit/>
          </a:bodyPr>
          <a:lstStyle/>
          <a:p>
            <a:pPr algn="l" indent="-203200" marL="203200">
              <a:lnSpc>
                <a:spcPct val="150000"/>
              </a:lnSpc>
              <a:buClr>
                <a:srgbClr val="404040"/>
              </a:buClr>
              <a:buFont typeface="Arial"/>
              <a:buChar char="•"/>
              <a:defRPr/>
            </a:pPr>
            <a:r>
              <a:rPr lang="en-US" b="false" i="false" strike="noStrike" u="none" sz="1600">
                <a:solidFill>
                  <a:srgbClr val="404040"/>
                </a:solidFill>
                <a:latin typeface="微软雅黑"/>
                <a:ea typeface="微软雅黑"/>
                <a:cs typeface="微软雅黑"/>
                <a:sym typeface="微软雅黑"/>
              </a:rPr>
              <a:t>全国AI肝胆智能体推广</a:t>
            </a:r>
            <a:endParaRPr lang="en-US" sz="1100"/>
          </a:p>
          <a:p>
            <a:pPr algn="l" indent="-203200" marL="203200">
              <a:lnSpc>
                <a:spcPct val="150000"/>
              </a:lnSpc>
              <a:buClr>
                <a:srgbClr val="404040"/>
              </a:buClr>
              <a:buFont typeface="Arial"/>
              <a:buChar char="•"/>
            </a:pPr>
            <a:r>
              <a:rPr lang="en-US" b="false" i="false" strike="noStrike" u="none" sz="1600">
                <a:solidFill>
                  <a:srgbClr val="404040"/>
                </a:solidFill>
                <a:latin typeface="微软雅黑"/>
                <a:ea typeface="微软雅黑"/>
                <a:cs typeface="微软雅黑"/>
                <a:sym typeface="微软雅黑"/>
              </a:rPr>
              <a:t>国际医院合作签署</a:t>
            </a:r>
          </a:p>
        </p:txBody>
      </p:sp>
      <p:sp>
        <p:nvSpPr>
          <p:cNvPr name="AutoShape 41" id="41"/>
          <p:cNvSpPr/>
          <p:nvPr/>
        </p:nvSpPr>
        <p:spPr>
          <a:xfrm rot="0" flipH="false" flipV="false">
            <a:off x="3359785" y="3632835"/>
            <a:ext cx="4064000" cy="368300"/>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42" id="42"/>
          <p:cNvSpPr/>
          <p:nvPr/>
        </p:nvSpPr>
        <p:spPr>
          <a:xfrm rot="0" flipH="false" flipV="false">
            <a:off x="2860675" y="3388360"/>
            <a:ext cx="1943100" cy="1198880"/>
          </a:xfrm>
          <a:prstGeom prst="rect">
            <a:avLst/>
          </a:prstGeom>
          <a:noFill/>
          <a:ln w="12700">
            <a:noFill/>
            <a:prstDash val="solid"/>
          </a:ln>
        </p:spPr>
        <p:txBody>
          <a:bodyPr anchor="t" rtlCol="false" wrap="square" lIns="91440" rIns="91440" tIns="45720" bIns="45720">
            <a:spAutoFit/>
          </a:bodyPr>
          <a:lstStyle/>
          <a:p>
            <a:pPr algn="l" indent="-203200" marL="203200">
              <a:lnSpc>
                <a:spcPct val="150000"/>
              </a:lnSpc>
              <a:buClr>
                <a:srgbClr val="404040"/>
              </a:buClr>
              <a:buFont typeface="Arial"/>
              <a:buChar char="•"/>
              <a:defRPr/>
            </a:pPr>
            <a:r>
              <a:rPr lang="en-US" b="false" i="false" strike="noStrike" u="none" sz="1600">
                <a:solidFill>
                  <a:srgbClr val="404040"/>
                </a:solidFill>
                <a:latin typeface="微软雅黑"/>
                <a:ea typeface="微软雅黑"/>
                <a:cs typeface="微软雅黑"/>
                <a:sym typeface="微软雅黑"/>
              </a:rPr>
              <a:t>海淀区AI肝胆智能体上线</a:t>
            </a:r>
            <a:endParaRPr lang="en-US" sz="1100"/>
          </a:p>
          <a:p>
            <a:pPr algn="l" marL="0" indent="0">
              <a:lnSpc>
                <a:spcPct val="150000"/>
              </a:lnSpc>
            </a:pPr>
            <a:r>
              <a:rPr lang="en-US" b="false" i="false" strike="noStrike" u="none" sz="1600">
                <a:solidFill>
                  <a:srgbClr val="000000"/>
                </a:solidFill>
                <a:latin typeface="Calibri"/>
                <a:ea typeface="Calibri"/>
                <a:cs typeface="Calibri"/>
                <a:sym typeface="Calibri"/>
              </a:rPr>
              <a:t> </a:t>
            </a:r>
          </a:p>
        </p:txBody>
      </p:sp>
      <p:grpSp>
        <p:nvGrpSpPr>
          <p:cNvPr name="Group 43" id="43"/>
          <p:cNvGrpSpPr/>
          <p:nvPr/>
        </p:nvGrpSpPr>
        <p:grpSpPr>
          <a:xfrm>
            <a:off x="3571875" y="2221230"/>
            <a:ext cx="601345" cy="514985"/>
            <a:chOff x="3571875" y="2221230"/>
            <a:chExt cx="601345" cy="514985"/>
          </a:xfrm>
        </p:grpSpPr>
        <p:pic>
          <p:nvPicPr>
            <p:cNvPr name="Picture 44" id="44"/>
            <p:cNvPicPr>
              <a:picLocks noChangeAspect="true"/>
            </p:cNvPicPr>
            <p:nvPr/>
          </p:nvPicPr>
          <p:blipFill>
            <a:blip r:embed="rId2"/>
            <a:srcRect l="0" r="0" t="0" b="0"/>
            <a:stretch>
              <a:fillRect/>
            </a:stretch>
          </p:blipFill>
          <p:spPr>
            <a:xfrm rot="0" flipH="false" flipV="false">
              <a:off x="3571875" y="2221230"/>
              <a:ext cx="541726" cy="514985"/>
            </a:xfrm>
            <a:prstGeom prst="rect">
              <a:avLst/>
            </a:prstGeom>
            <a:ln w="12700">
              <a:noFill/>
              <a:prstDash val="solid"/>
            </a:ln>
          </p:spPr>
        </p:pic>
        <p:pic>
          <p:nvPicPr>
            <p:cNvPr name="Picture 45" id="45"/>
            <p:cNvPicPr>
              <a:picLocks noChangeAspect="true"/>
            </p:cNvPicPr>
            <p:nvPr/>
          </p:nvPicPr>
          <p:blipFill>
            <a:blip r:embed="rId3"/>
            <a:srcRect l="0" r="0" t="0" b="0"/>
            <a:stretch>
              <a:fillRect/>
            </a:stretch>
          </p:blipFill>
          <p:spPr>
            <a:xfrm rot="0" flipH="false" flipV="false">
              <a:off x="4034492" y="2221230"/>
              <a:ext cx="138728" cy="138782"/>
            </a:xfrm>
            <a:prstGeom prst="rect">
              <a:avLst/>
            </a:prstGeom>
            <a:ln w="12700">
              <a:noFill/>
              <a:prstDash val="solid"/>
            </a:ln>
          </p:spPr>
        </p:pic>
      </p:grpSp>
      <p:pic>
        <p:nvPicPr>
          <p:cNvPr name="Picture 46" id="46"/>
          <p:cNvPicPr>
            <a:picLocks noChangeAspect="true"/>
          </p:cNvPicPr>
          <p:nvPr/>
        </p:nvPicPr>
        <p:blipFill>
          <a:blip r:embed="rId4"/>
          <a:srcRect l="0" r="0" t="0" b="0"/>
          <a:stretch>
            <a:fillRect/>
          </a:stretch>
        </p:blipFill>
        <p:spPr>
          <a:xfrm rot="0" flipH="false" flipV="false">
            <a:off x="6083935" y="1725295"/>
            <a:ext cx="600710" cy="600710"/>
          </a:xfrm>
          <a:prstGeom prst="rect">
            <a:avLst/>
          </a:prstGeom>
          <a:ln w="12700">
            <a:noFill/>
            <a:prstDash val="solid"/>
          </a:ln>
        </p:spPr>
      </p:pic>
      <p:pic>
        <p:nvPicPr>
          <p:cNvPr name="Picture 47" id="47"/>
          <p:cNvPicPr>
            <a:picLocks noChangeAspect="true"/>
          </p:cNvPicPr>
          <p:nvPr/>
        </p:nvPicPr>
        <p:blipFill>
          <a:blip r:embed="rId5"/>
          <a:srcRect l="0" r="0" t="0" b="0"/>
          <a:stretch>
            <a:fillRect/>
          </a:stretch>
        </p:blipFill>
        <p:spPr>
          <a:xfrm rot="0" flipH="false" flipV="false">
            <a:off x="1188085" y="2578735"/>
            <a:ext cx="535940" cy="535940"/>
          </a:xfrm>
          <a:prstGeom prst="rect">
            <a:avLst/>
          </a:prstGeom>
          <a:ln w="12700">
            <a:noFill/>
            <a:prstDash val="solid"/>
          </a:ln>
        </p:spPr>
      </p:pic>
      <p:pic>
        <p:nvPicPr>
          <p:cNvPr name="Picture 48" id="48"/>
          <p:cNvPicPr>
            <a:picLocks noChangeAspect="true"/>
          </p:cNvPicPr>
          <p:nvPr/>
        </p:nvPicPr>
        <p:blipFill>
          <a:blip r:embed="rId6"/>
          <a:srcRect l="0" r="0" t="0" b="0"/>
          <a:stretch>
            <a:fillRect/>
          </a:stretch>
        </p:blipFill>
        <p:spPr>
          <a:xfrm rot="0" flipH="false" flipV="false">
            <a:off x="9051290" y="1165225"/>
            <a:ext cx="600075" cy="600075"/>
          </a:xfrm>
          <a:prstGeom prst="rect">
            <a:avLst/>
          </a:prstGeom>
          <a:ln w="12700">
            <a:noFill/>
            <a:prstDash val="solid"/>
          </a:ln>
        </p:spPr>
      </p:pic>
      <p:sp>
        <p:nvSpPr>
          <p:cNvPr name="AutoShape 49" id="49"/>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sp>
        <p:nvSpPr>
          <p:cNvPr name="AutoShape 50" id="50"/>
          <p:cNvSpPr/>
          <p:nvPr>
            <p:ph idx="4294967295" type="body" sz="quarter" hasCustomPrompt="true"/>
          </p:nvPr>
        </p:nvSpPr>
        <p:spPr>
          <a:xfrm rot="0" flipH="false" flipV="false">
            <a:off x="304692" y="85777"/>
            <a:ext cx="7651198" cy="558979"/>
          </a:xfrm>
          <a:prstGeom prst="rect">
            <a:avLst/>
          </a:prstGeom>
          <a:noFill/>
          <a:ln w="12700">
            <a:noFill/>
            <a:prstDash val="solid"/>
          </a:ln>
        </p:spPr>
        <p:txBody>
          <a:bodyPr anchor="ctr" wrap="square" lIns="91440" rIns="91440" tIns="45720" bIns="45720">
            <a:normAutofit lnSpcReduction="0"/>
          </a:bodyPr>
          <a:lstStyle>
            <a:lvl1pPr algn="l">
              <a:lnSpc>
                <a:spcPct val="91666"/>
              </a:lnSpc>
              <a:defRPr sz="2601" b="true" i="false" u="none" strike="noStrike" spc="0">
                <a:solidFill>
                  <a:srgbClr val="FFFFFF">
                    <a:alpha val="100000"/>
                  </a:srgbClr>
                </a:solidFill>
                <a:latin typeface="微软雅黑"/>
              </a:defRPr>
            </a:lvl1pPr>
          </a:lstStyle>
          <a:p>
            <a:pPr algn="l" marL="0" indent="0">
              <a:lnSpc>
                <a:spcPct val="91666"/>
              </a:lnSpc>
            </a:pPr>
            <a:r>
              <a:rPr lang="en-US" b="true" i="false" strike="noStrike" u="none" sz="2601">
                <a:solidFill>
                  <a:srgbClr val="FFFFFF"/>
                </a:solidFill>
                <a:latin typeface="微软雅黑"/>
                <a:ea typeface="微软雅黑"/>
                <a:cs typeface="微软雅黑"/>
                <a:sym typeface="微软雅黑"/>
              </a:rPr>
              <a:t>输入修改文字</a:t>
            </a:r>
          </a:p>
        </p:txBody>
      </p:sp>
      <p:pic>
        <p:nvPicPr>
          <p:cNvPr name="Picture 51" id="51"/>
          <p:cNvPicPr>
            <a:picLocks noChangeAspect="true"/>
          </p:cNvPicPr>
          <p:nvPr/>
        </p:nvPicPr>
        <p:blipFill>
          <a:blip r:embed="rId7"/>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rot="0" flipH="false" flipV="false">
            <a:off x="347133" y="169335"/>
            <a:ext cx="11546840" cy="800100"/>
          </a:xfrm>
          <a:prstGeom prst="rect">
            <a:avLst/>
          </a:prstGeom>
          <a:noFill/>
          <a:ln w="12700">
            <a:noFill/>
            <a:prstDash val="solid"/>
          </a:ln>
        </p:spPr>
        <p:txBody>
          <a:bodyPr anchor="ctr" rtlCol="false" vert="horz" wrap="square" lIns="91440" rIns="91440" tIns="45720" bIns="45720">
            <a:normAutofit lnSpcReduction="0"/>
          </a:bodyPr>
          <a:lstStyle/>
          <a:p>
            <a:pPr algn="l" marL="0" indent="0">
              <a:lnSpc>
                <a:spcPct val="91666"/>
              </a:lnSpc>
              <a:defRPr/>
            </a:pPr>
            <a:r>
              <a:rPr lang="en-US" b="true" i="false" strike="noStrike" u="none" sz="3200">
                <a:solidFill>
                  <a:srgbClr val="FFFFFF"/>
                </a:solidFill>
                <a:latin typeface="微软雅黑"/>
                <a:ea typeface="微软雅黑"/>
                <a:cs typeface="微软雅黑"/>
                <a:sym typeface="微软雅黑"/>
              </a:rPr>
              <a:t>AI肝胆医联体关键节点规划</a:t>
            </a:r>
            <a:endParaRPr lang="en-US" sz="1100"/>
          </a:p>
        </p:txBody>
      </p:sp>
      <p:grpSp>
        <p:nvGrpSpPr>
          <p:cNvPr name="Group 3" id="3"/>
          <p:cNvGrpSpPr/>
          <p:nvPr/>
        </p:nvGrpSpPr>
        <p:grpSpPr>
          <a:xfrm>
            <a:off x="853440" y="1204595"/>
            <a:ext cx="10924540" cy="5411683"/>
            <a:chOff x="853440" y="1204595"/>
            <a:chExt cx="10924540" cy="5411683"/>
          </a:xfrm>
        </p:grpSpPr>
        <p:grpSp>
          <p:nvGrpSpPr>
            <p:cNvPr name="Group 4" id="4"/>
            <p:cNvGrpSpPr/>
            <p:nvPr/>
          </p:nvGrpSpPr>
          <p:grpSpPr>
            <a:xfrm>
              <a:off x="853440" y="1772285"/>
              <a:ext cx="10924540" cy="4843993"/>
              <a:chOff x="853440" y="1772285"/>
              <a:chExt cx="10924540" cy="4843993"/>
            </a:xfrm>
          </p:grpSpPr>
          <p:sp>
            <p:nvSpPr>
              <p:cNvPr name="Freeform 5" id="5"/>
              <p:cNvSpPr/>
              <p:nvPr/>
            </p:nvSpPr>
            <p:spPr>
              <a:xfrm rot="0" flipH="false" flipV="false">
                <a:off x="853440" y="1772285"/>
                <a:ext cx="10499725" cy="4806315"/>
              </a:xfrm>
              <a:custGeom>
                <a:avLst/>
                <a:gdLst/>
                <a:ahLst/>
                <a:cxnLst/>
                <a:rect r="r" b="b" t="t" l="l"/>
                <a:pathLst>
                  <a:path h="4806315" w="10499725">
                    <a:moveTo>
                      <a:pt x="0" y="0"/>
                    </a:moveTo>
                    <a:lnTo>
                      <a:pt x="10499725" y="0"/>
                    </a:lnTo>
                    <a:lnTo>
                      <a:pt x="10499725" y="4806315"/>
                    </a:lnTo>
                    <a:lnTo>
                      <a:pt x="0" y="4806315"/>
                    </a:lnTo>
                    <a:close/>
                  </a:path>
                </a:pathLst>
              </a:custGeom>
              <a:solidFill>
                <a:srgbClr val="FFFFFF">
                  <a:alpha val="100000"/>
                </a:srgbClr>
              </a:solidFill>
              <a:ln w="12700" cap="flat">
                <a:noFill/>
                <a:prstDash val="solid"/>
              </a:ln>
              <a:effectLst>
                <a:outerShdw dir="0" dist="0" blurRad="431800" algn="ctr" sx="102000" sy="102000" rotWithShape="false">
                  <a:srgbClr val="000000">
                    <a:alpha val="10000"/>
                  </a:srgbClr>
                </a:outerShdw>
              </a:effectLst>
            </p:spPr>
            <p:txBody>
              <a:bodyPr anchor="ctr" rtlCol="false" vert="horz"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Freeform 6" id="6"/>
              <p:cNvSpPr/>
              <p:nvPr/>
            </p:nvSpPr>
            <p:spPr>
              <a:xfrm rot="0" flipH="false" flipV="false">
                <a:off x="5660390" y="2025650"/>
                <a:ext cx="6117590" cy="2413000"/>
              </a:xfrm>
              <a:custGeom>
                <a:avLst/>
                <a:gdLst/>
                <a:ahLst/>
                <a:cxnLst/>
                <a:rect r="r" b="b" t="t" l="l"/>
                <a:pathLst>
                  <a:path h="2413000" w="6117590">
                    <a:moveTo>
                      <a:pt x="0" y="0"/>
                    </a:moveTo>
                    <a:lnTo>
                      <a:pt x="6117590" y="0"/>
                    </a:lnTo>
                    <a:lnTo>
                      <a:pt x="6117590" y="2413000"/>
                    </a:lnTo>
                    <a:lnTo>
                      <a:pt x="0" y="2413000"/>
                    </a:lnTo>
                    <a:close/>
                  </a:path>
                </a:pathLst>
              </a:custGeom>
              <a:noFill/>
              <a:ln w="12700" cap="flat">
                <a:noFill/>
                <a:prstDash val="solid"/>
              </a:ln>
            </p:spPr>
            <p:txBody>
              <a:bodyPr anchor="ctr" rtlCol="false" wrap="square" lIns="91440" rIns="91440" tIns="45720" bIns="45720">
                <a:noAutofit/>
              </a:bodyPr>
              <a:lstStyle/>
              <a:p>
                <a:pPr algn="l" marL="0" indent="0">
                  <a:lnSpc>
                    <a:spcPct val="100000"/>
                  </a:lnSpc>
                  <a:defRPr/>
                </a:pPr>
                <a:r>
                  <a:rPr lang="en-US" b="false" i="false" strike="noStrike" u="none" sz="1800">
                    <a:solidFill>
                      <a:srgbClr val="000000"/>
                    </a:solidFill>
                    <a:latin typeface="Calibri"/>
                    <a:ea typeface="Calibri"/>
                    <a:cs typeface="Calibri"/>
                    <a:sym typeface="Calibri"/>
                  </a:rPr>
                  <a:t> </a:t>
                </a:r>
                <a:endParaRPr lang="en-US" sz="1100"/>
              </a:p>
            </p:txBody>
          </p:sp>
          <p:sp>
            <p:nvSpPr>
              <p:cNvPr name="AutoShape 7" id="7"/>
              <p:cNvSpPr/>
              <p:nvPr/>
            </p:nvSpPr>
            <p:spPr>
              <a:xfrm rot="0" flipH="false" flipV="false">
                <a:off x="8082915" y="1858010"/>
                <a:ext cx="3270250" cy="2844800"/>
              </a:xfrm>
              <a:prstGeom prst="rect">
                <a:avLst/>
              </a:prstGeom>
              <a:noFill/>
              <a:ln w="12700">
                <a:noFill/>
                <a:prstDash val="solid"/>
              </a:ln>
            </p:spPr>
            <p:txBody>
              <a:bodyPr anchor="ctr" rtlCol="false" wrap="square" lIns="91440" rIns="91440" tIns="45720" bIns="45720">
                <a:noAutofit/>
              </a:bodyPr>
              <a:lstStyle/>
              <a:p>
                <a:pPr algn="l" marL="0" indent="0">
                  <a:lnSpc>
                    <a:spcPct val="150000"/>
                  </a:lnSpc>
                  <a:defRPr/>
                </a:pPr>
                <a:r>
                  <a:rPr lang="en-US" b="false" i="false" strike="noStrike" u="none" sz="2200">
                    <a:solidFill>
                      <a:srgbClr val="000000"/>
                    </a:solidFill>
                    <a:latin typeface="Calibri"/>
                    <a:ea typeface="Calibri"/>
                    <a:cs typeface="Calibri"/>
                    <a:sym typeface="Calibri"/>
                  </a:rPr>
                  <a:t/>
                </a:r>
                <a:endParaRPr lang="en-US" sz="2200"/>
              </a:p>
              <a:p>
                <a:pPr algn="l" indent="-279400" marL="279400">
                  <a:lnSpc>
                    <a:spcPct val="150000"/>
                  </a:lnSpc>
                  <a:buClr>
                    <a:srgbClr val="6D33A1"/>
                  </a:buClr>
                  <a:buFont typeface="Wingdings"/>
                  <a:buChar char="Ø"/>
                </a:pPr>
                <a:r>
                  <a:rPr lang="en-US" b="true" i="false" strike="noStrike" u="none" sz="2200">
                    <a:solidFill>
                      <a:srgbClr val="6D33A1"/>
                    </a:solidFill>
                    <a:latin typeface="Microsoft YaHei Bold"/>
                    <a:ea typeface="Microsoft YaHei Bold"/>
                    <a:cs typeface="Microsoft YaHei Bold"/>
                    <a:sym typeface="Microsoft YaHei Bold"/>
                  </a:rPr>
                  <a:t>输入修改文字</a:t>
                </a:r>
              </a:p>
              <a:p>
                <a:pPr algn="l" indent="-279400" marL="279400">
                  <a:lnSpc>
                    <a:spcPct val="150000"/>
                  </a:lnSpc>
                  <a:buClr>
                    <a:srgbClr val="6D33A1"/>
                  </a:buClr>
                  <a:buFont typeface="Wingdings"/>
                  <a:buChar char="Ø"/>
                </a:pPr>
                <a:r>
                  <a:rPr lang="en-US" b="true" i="false" strike="noStrike" u="none" sz="2200">
                    <a:solidFill>
                      <a:srgbClr val="6D33A1"/>
                    </a:solidFill>
                    <a:latin typeface="Microsoft YaHei Bold"/>
                    <a:ea typeface="Microsoft YaHei Bold"/>
                    <a:cs typeface="Microsoft YaHei Bold"/>
                    <a:sym typeface="Microsoft YaHei Bold"/>
                  </a:rPr>
                  <a:t>输入修改文字</a:t>
                </a:r>
              </a:p>
              <a:p>
                <a:pPr algn="l" indent="-279400" marL="279400">
                  <a:lnSpc>
                    <a:spcPct val="150000"/>
                  </a:lnSpc>
                  <a:buClr>
                    <a:srgbClr val="6D33A1"/>
                  </a:buClr>
                  <a:buFont typeface="Wingdings"/>
                  <a:buChar char="Ø"/>
                </a:pPr>
                <a:r>
                  <a:rPr lang="en-US" b="true" i="false" strike="noStrike" u="none" sz="2200">
                    <a:solidFill>
                      <a:srgbClr val="6D33A1"/>
                    </a:solidFill>
                    <a:latin typeface="Microsoft YaHei Bold"/>
                    <a:ea typeface="Microsoft YaHei Bold"/>
                    <a:cs typeface="Microsoft YaHei Bold"/>
                    <a:sym typeface="Microsoft YaHei Bold"/>
                  </a:rPr>
                  <a:t>输入修改文字</a:t>
                </a:r>
              </a:p>
            </p:txBody>
          </p:sp>
          <p:sp>
            <p:nvSpPr>
              <p:cNvPr name="Freeform 8" id="8"/>
              <p:cNvSpPr/>
              <p:nvPr/>
            </p:nvSpPr>
            <p:spPr>
              <a:xfrm rot="0" flipH="false" flipV="false">
                <a:off x="855133" y="5489788"/>
                <a:ext cx="10499090" cy="1126490"/>
              </a:xfrm>
              <a:custGeom>
                <a:avLst/>
                <a:gdLst/>
                <a:ahLst/>
                <a:cxnLst/>
                <a:rect r="r" b="b" t="t" l="l"/>
                <a:pathLst>
                  <a:path h="1126490" w="10499090">
                    <a:moveTo>
                      <a:pt x="10324105" y="0"/>
                    </a:moveTo>
                    <a:cubicBezTo>
                      <a:pt x="10420746" y="0"/>
                      <a:pt x="10499090" y="0"/>
                      <a:pt x="10499090" y="0"/>
                    </a:cubicBezTo>
                    <a:lnTo>
                      <a:pt x="10499090" y="1126490"/>
                    </a:lnTo>
                    <a:cubicBezTo>
                      <a:pt x="10499090" y="1126490"/>
                      <a:pt x="10420746" y="1126490"/>
                      <a:pt x="10324105" y="1126490"/>
                    </a:cubicBezTo>
                    <a:lnTo>
                      <a:pt x="174986" y="1126490"/>
                    </a:lnTo>
                    <a:cubicBezTo>
                      <a:pt x="78344" y="1126490"/>
                      <a:pt x="0" y="1126490"/>
                      <a:pt x="0" y="1126490"/>
                    </a:cubicBezTo>
                    <a:lnTo>
                      <a:pt x="0" y="0"/>
                    </a:lnTo>
                    <a:cubicBezTo>
                      <a:pt x="0" y="0"/>
                      <a:pt x="78344" y="0"/>
                      <a:pt x="174986" y="0"/>
                    </a:cubicBezTo>
                    <a:close/>
                  </a:path>
                </a:pathLst>
              </a:custGeom>
              <a:gradFill rotWithShape="false">
                <a:gsLst>
                  <a:gs pos="0">
                    <a:srgbClr val="7030A0">
                      <a:alpha val="67000"/>
                    </a:srgbClr>
                  </a:gs>
                  <a:gs pos="100000">
                    <a:srgbClr val="8552DB">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50000"/>
                  </a:lnSpc>
                  <a:defRPr/>
                </a:pPr>
                <a:r>
                  <a:rPr lang="en-US" b="true" i="false" strike="noStrike" u="none" sz="2000">
                    <a:solidFill>
                      <a:srgbClr val="FFFFFF"/>
                    </a:solidFill>
                    <a:latin typeface="Microsoft YaHei Bold"/>
                    <a:ea typeface="Microsoft YaHei Bold"/>
                    <a:cs typeface="Microsoft YaHei Bold"/>
                    <a:sym typeface="Microsoft YaHei Bold"/>
                  </a:rPr>
                  <a:t>输入修改文字输入修改文字输入修改文字输入修改文字输入修改文字输入修改文字</a:t>
                </a:r>
                <a:endParaRPr lang="en-US" sz="1100"/>
              </a:p>
            </p:txBody>
          </p:sp>
        </p:grpSp>
        <p:sp>
          <p:nvSpPr>
            <p:cNvPr name="AutoShape 9" id="9"/>
            <p:cNvSpPr/>
            <p:nvPr/>
          </p:nvSpPr>
          <p:spPr>
            <a:xfrm rot="0" flipH="false" flipV="false">
              <a:off x="1665605" y="1204595"/>
              <a:ext cx="8869680" cy="46037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400">
                  <a:solidFill>
                    <a:srgbClr val="000000"/>
                  </a:solidFill>
                  <a:latin typeface="Microsoft YaHei Bold"/>
                  <a:ea typeface="Microsoft YaHei Bold"/>
                  <a:cs typeface="Microsoft YaHei Bold"/>
                  <a:sym typeface="Microsoft YaHei Bold"/>
                </a:rPr>
                <a:t>输入修改文字</a:t>
              </a:r>
              <a:endParaRPr lang="en-US" sz="1100"/>
            </a:p>
          </p:txBody>
        </p:sp>
      </p:grpSp>
      <p:pic>
        <p:nvPicPr>
          <p:cNvPr name="Picture 10" id="10"/>
          <p:cNvPicPr>
            <a:picLocks noChangeAspect="true"/>
          </p:cNvPicPr>
          <p:nvPr/>
        </p:nvPicPr>
        <p:blipFill>
          <a:blip r:embed="rId2"/>
          <a:srcRect l="0" r="0" t="0" b="0"/>
          <a:stretch>
            <a:fillRect/>
          </a:stretch>
        </p:blipFill>
        <p:spPr>
          <a:xfrm rot="5400000" flipH="false" flipV="false">
            <a:off x="2047240" y="579755"/>
            <a:ext cx="3736340" cy="6122035"/>
          </a:xfrm>
          <a:prstGeom prst="rect">
            <a:avLst/>
          </a:prstGeom>
          <a:ln w="12700">
            <a:noFill/>
            <a:prstDash val="solid"/>
          </a:ln>
        </p:spPr>
      </p:pic>
      <p:sp>
        <p:nvSpPr>
          <p:cNvPr name="AutoShape 11" id="11"/>
          <p:cNvSpPr/>
          <p:nvPr/>
        </p:nvSpPr>
        <p:spPr>
          <a:xfrm rot="0" flipH="false" flipV="false">
            <a:off x="0" y="0"/>
            <a:ext cx="12208510" cy="737235"/>
          </a:xfrm>
          <a:prstGeom prst="rect">
            <a:avLst/>
          </a:prstGeom>
          <a:gradFill rotWithShape="false">
            <a:gsLst>
              <a:gs pos="0">
                <a:srgbClr val="694CD5">
                  <a:alpha val="100000"/>
                </a:srgbClr>
              </a:gs>
              <a:gs pos="100000">
                <a:srgbClr val="6F34A7">
                  <a:alpha val="100000"/>
                </a:srgbClr>
              </a:gs>
            </a:gsLst>
            <a:lin ang="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微软雅黑"/>
                <a:ea typeface="微软雅黑"/>
                <a:cs typeface="微软雅黑"/>
                <a:sym typeface="微软雅黑"/>
              </a:rPr>
              <a:t>  </a:t>
            </a:r>
            <a:endParaRPr lang="en-US" sz="1100"/>
          </a:p>
        </p:txBody>
      </p:sp>
      <p:sp>
        <p:nvSpPr>
          <p:cNvPr name="AutoShape 12" id="12"/>
          <p:cNvSpPr/>
          <p:nvPr>
            <p:ph idx="4294967295" type="body" sz="quarter" hasCustomPrompt="true"/>
          </p:nvPr>
        </p:nvSpPr>
        <p:spPr>
          <a:xfrm rot="0" flipH="false" flipV="false">
            <a:off x="304692" y="85777"/>
            <a:ext cx="7651198" cy="558979"/>
          </a:xfrm>
          <a:prstGeom prst="rect">
            <a:avLst/>
          </a:prstGeom>
          <a:noFill/>
          <a:ln w="12700">
            <a:noFill/>
            <a:prstDash val="solid"/>
          </a:ln>
        </p:spPr>
        <p:txBody>
          <a:bodyPr anchor="ctr" wrap="square" lIns="91440" rIns="91440" tIns="45720" bIns="45720">
            <a:normAutofit lnSpcReduction="0"/>
          </a:bodyPr>
          <a:lstStyle>
            <a:lvl1pPr algn="l">
              <a:lnSpc>
                <a:spcPct val="91666"/>
              </a:lnSpc>
              <a:defRPr sz="2601" b="true" i="false" u="none" strike="noStrike" spc="0">
                <a:solidFill>
                  <a:srgbClr val="FFFFFF">
                    <a:alpha val="100000"/>
                  </a:srgbClr>
                </a:solidFill>
                <a:latin typeface="微软雅黑"/>
              </a:defRPr>
            </a:lvl1pPr>
          </a:lstStyle>
          <a:p>
            <a:pPr algn="l" marL="0" indent="0">
              <a:lnSpc>
                <a:spcPct val="91666"/>
              </a:lnSpc>
            </a:pPr>
            <a:r>
              <a:rPr lang="en-US" b="true" i="false" strike="noStrike" u="none" sz="2601">
                <a:solidFill>
                  <a:srgbClr val="FFFFFF"/>
                </a:solidFill>
                <a:latin typeface="微软雅黑"/>
                <a:ea typeface="微软雅黑"/>
                <a:cs typeface="微软雅黑"/>
                <a:sym typeface="微软雅黑"/>
              </a:rPr>
              <a:t>输入修改文字</a:t>
            </a:r>
          </a:p>
        </p:txBody>
      </p:sp>
      <p:pic>
        <p:nvPicPr>
          <p:cNvPr name="Picture 13" id="13"/>
          <p:cNvPicPr>
            <a:picLocks noChangeAspect="true"/>
          </p:cNvPicPr>
          <p:nvPr/>
        </p:nvPicPr>
        <p:blipFill>
          <a:blip r:embed="rId3"/>
          <a:srcRect l="0" r="0" t="0" b="0"/>
          <a:stretch>
            <a:fillRect/>
          </a:stretch>
        </p:blipFill>
        <p:spPr>
          <a:xfrm rot="0" flipH="false" flipV="false">
            <a:off x="8973185" y="163195"/>
            <a:ext cx="2925445" cy="338455"/>
          </a:xfrm>
          <a:prstGeom prst="rect">
            <a:avLst/>
          </a:prstGeom>
          <a:ln w="12700">
            <a:noFill/>
            <a:prstDash val="solid"/>
          </a:ln>
        </p:spPr>
      </p:pic>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a:off x="0" y="-501015"/>
            <a:ext cx="13853795" cy="6014720"/>
            <a:chOff x="0" y="-501015"/>
            <a:chExt cx="13853795" cy="6014720"/>
          </a:xfrm>
        </p:grpSpPr>
        <p:pic>
          <p:nvPicPr>
            <p:cNvPr name="Picture 3" id="3"/>
            <p:cNvPicPr>
              <a:picLocks noChangeAspect="true"/>
            </p:cNvPicPr>
            <p:nvPr/>
          </p:nvPicPr>
          <p:blipFill>
            <a:blip r:embed="rId2"/>
            <a:srcRect l="0" r="8831" t="19406" b="16584"/>
            <a:stretch>
              <a:fillRect/>
            </a:stretch>
          </p:blipFill>
          <p:spPr>
            <a:xfrm rot="0" flipH="false" flipV="false">
              <a:off x="0" y="-443230"/>
              <a:ext cx="12251690" cy="4997450"/>
            </a:xfrm>
            <a:prstGeom prst="rect">
              <a:avLst/>
            </a:prstGeom>
            <a:ln w="12700">
              <a:noFill/>
              <a:prstDash val="solid"/>
            </a:ln>
          </p:spPr>
        </p:pic>
        <p:pic>
          <p:nvPicPr>
            <p:cNvPr name="Picture 4" id="4"/>
            <p:cNvPicPr>
              <a:picLocks noChangeAspect="true"/>
            </p:cNvPicPr>
            <p:nvPr/>
          </p:nvPicPr>
          <p:blipFill>
            <a:blip r:embed="rId3"/>
            <a:srcRect l="0" r="0" t="0" b="0"/>
            <a:stretch>
              <a:fillRect/>
            </a:stretch>
          </p:blipFill>
          <p:spPr>
            <a:xfrm rot="0" flipH="false" flipV="false">
              <a:off x="3411220" y="-501015"/>
              <a:ext cx="10442575" cy="6014720"/>
            </a:xfrm>
            <a:prstGeom prst="rect">
              <a:avLst/>
            </a:prstGeom>
            <a:ln w="12700">
              <a:noFill/>
              <a:prstDash val="solid"/>
            </a:ln>
          </p:spPr>
        </p:pic>
        <p:sp>
          <p:nvSpPr>
            <p:cNvPr name="AutoShape 5" id="5"/>
            <p:cNvSpPr/>
            <p:nvPr/>
          </p:nvSpPr>
          <p:spPr>
            <a:xfrm rot="0" flipH="false" flipV="false">
              <a:off x="29845" y="170180"/>
              <a:ext cx="12208510" cy="4377055"/>
            </a:xfrm>
            <a:prstGeom prst="rect">
              <a:avLst/>
            </a:prstGeom>
            <a:gradFill rotWithShape="false">
              <a:gsLst>
                <a:gs pos="43999">
                  <a:srgbClr val="512B66">
                    <a:alpha val="0"/>
                  </a:srgbClr>
                </a:gs>
                <a:gs pos="73000">
                  <a:srgbClr val="7030A0">
                    <a:alpha val="39000"/>
                  </a:srgbClr>
                </a:gs>
                <a:gs pos="88998">
                  <a:srgbClr val="7030A0">
                    <a:alpha val="70000"/>
                  </a:srgbClr>
                </a:gs>
              </a:gsLst>
              <a:lin ang="5400000"/>
            </a:gra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等线"/>
                  <a:ea typeface="等线"/>
                  <a:cs typeface="等线"/>
                  <a:sym typeface="等线"/>
                </a:rPr>
                <a:t>  </a:t>
              </a:r>
              <a:endParaRPr lang="en-US" sz="1100"/>
            </a:p>
          </p:txBody>
        </p:sp>
      </p:grpSp>
      <p:sp>
        <p:nvSpPr>
          <p:cNvPr name="AutoShape 6" id="6"/>
          <p:cNvSpPr/>
          <p:nvPr/>
        </p:nvSpPr>
        <p:spPr>
          <a:xfrm rot="0" flipH="false" flipV="false">
            <a:off x="616268" y="1791970"/>
            <a:ext cx="11917045" cy="1037590"/>
          </a:xfrm>
          <a:prstGeom prst="rect">
            <a:avLst/>
          </a:prstGeom>
          <a:noFill/>
          <a:ln w="12700">
            <a:noFill/>
            <a:prstDash val="solid"/>
          </a:ln>
        </p:spPr>
        <p:txBody>
          <a:bodyPr anchor="ctr" rtlCol="false" wrap="square" lIns="91440" rIns="91440" tIns="45720" bIns="45720">
            <a:noAutofit/>
          </a:bodyPr>
          <a:lstStyle/>
          <a:p>
            <a:pPr algn="l" marL="0" indent="0">
              <a:lnSpc>
                <a:spcPct val="100000"/>
              </a:lnSpc>
              <a:defRPr/>
            </a:pPr>
            <a:r>
              <a:rPr lang="en-US" b="true" i="false" strike="noStrike" u="none" sz="8000">
                <a:solidFill>
                  <a:srgbClr val="FFFFFF"/>
                </a:solidFill>
                <a:latin typeface="Microsoft YaHei Bold"/>
                <a:ea typeface="Microsoft YaHei Bold"/>
                <a:cs typeface="Microsoft YaHei Bold"/>
                <a:sym typeface="Microsoft YaHei Bold"/>
              </a:rPr>
              <a:t>THANKS</a:t>
            </a:r>
            <a:endParaRPr lang="en-US" sz="1100"/>
          </a:p>
        </p:txBody>
      </p:sp>
      <p:sp>
        <p:nvSpPr>
          <p:cNvPr name="AutoShape 7" id="7"/>
          <p:cNvSpPr/>
          <p:nvPr/>
        </p:nvSpPr>
        <p:spPr>
          <a:xfrm rot="0" flipH="false" flipV="false">
            <a:off x="831215" y="2646680"/>
            <a:ext cx="3037205" cy="1037590"/>
          </a:xfrm>
          <a:prstGeom prst="rect">
            <a:avLst/>
          </a:prstGeom>
          <a:noFill/>
          <a:ln w="12700">
            <a:noFill/>
            <a:prstDash val="solid"/>
          </a:ln>
        </p:spPr>
        <p:txBody>
          <a:bodyPr anchor="ctr" rtlCol="false" wrap="square" lIns="91440" rIns="91440" tIns="45720" bIns="45720">
            <a:noAutofit/>
          </a:bodyPr>
          <a:lstStyle/>
          <a:p>
            <a:pPr algn="dist" marL="0" indent="0">
              <a:lnSpc>
                <a:spcPct val="100000"/>
              </a:lnSpc>
              <a:defRPr/>
            </a:pPr>
            <a:r>
              <a:rPr lang="en-US" b="false" i="false" strike="noStrike" u="none" sz="2400">
                <a:solidFill>
                  <a:srgbClr val="FFFFFF"/>
                </a:solidFill>
                <a:latin typeface="Microsoft YaHei"/>
                <a:ea typeface="Microsoft YaHei"/>
                <a:cs typeface="Microsoft YaHei"/>
                <a:sym typeface="Microsoft YaHei"/>
              </a:rPr>
              <a:t>感谢观看</a:t>
            </a:r>
            <a:endParaRPr lang="en-US" sz="1100"/>
          </a:p>
        </p:txBody>
      </p:sp>
      <p:sp>
        <p:nvSpPr>
          <p:cNvPr name="AutoShape 8" id="8"/>
          <p:cNvSpPr/>
          <p:nvPr/>
        </p:nvSpPr>
        <p:spPr>
          <a:xfrm rot="5400000" flipH="false" flipV="false">
            <a:off x="2541905" y="1677035"/>
            <a:ext cx="518160" cy="5631180"/>
          </a:xfrm>
          <a:prstGeom prst="round2SameRect">
            <a:avLst>
              <a:gd name="adj1" fmla="val 49999"/>
              <a:gd name="adj2" fmla="val 0"/>
            </a:avLst>
          </a:prstGeom>
          <a:solidFill>
            <a:srgbClr val="B54EDE">
              <a:alpha val="100000"/>
            </a:srgbClr>
          </a:solidFill>
          <a:ln w="12700" cap="flat">
            <a:noFill/>
            <a:prstDash val="solid"/>
          </a:ln>
        </p:spPr>
        <p:txBody>
          <a:bodyPr anchor="ctr" rtlCol="false" wrap="square" lIns="91440" rIns="91440" tIns="45720" bIns="45720">
            <a:noAutofit/>
          </a:bodyPr>
          <a:lstStyle/>
          <a:p>
            <a:pPr algn="ctr" marL="0" indent="0">
              <a:lnSpc>
                <a:spcPct val="100000"/>
              </a:lnSpc>
              <a:defRPr/>
            </a:pPr>
            <a:r>
              <a:rPr lang="en-US" b="false" i="false" strike="noStrike" u="none" sz="1800">
                <a:solidFill>
                  <a:srgbClr val="FFFFFF"/>
                </a:solidFill>
                <a:latin typeface="Calibri"/>
                <a:ea typeface="Calibri"/>
                <a:cs typeface="Calibri"/>
                <a:sym typeface="Calibri"/>
              </a:rPr>
              <a:t> </a:t>
            </a:r>
            <a:endParaRPr lang="en-US" sz="1100"/>
          </a:p>
        </p:txBody>
      </p:sp>
      <p:sp>
        <p:nvSpPr>
          <p:cNvPr name="AutoShape 9" id="9"/>
          <p:cNvSpPr/>
          <p:nvPr/>
        </p:nvSpPr>
        <p:spPr>
          <a:xfrm rot="0" flipH="false" flipV="false">
            <a:off x="694690" y="5466080"/>
            <a:ext cx="3406775" cy="829945"/>
          </a:xfrm>
          <a:prstGeom prst="rect">
            <a:avLst/>
          </a:prstGeom>
          <a:noFill/>
          <a:ln w="12700">
            <a:noFill/>
            <a:prstDash val="solid"/>
          </a:ln>
        </p:spPr>
        <p:txBody>
          <a:bodyPr anchor="t" rtlCol="false" wrap="square" lIns="91440" rIns="91440" tIns="45720" bIns="45720">
            <a:spAutoFit/>
          </a:bodyPr>
          <a:lstStyle/>
          <a:p>
            <a:pPr algn="l" marL="0" indent="0">
              <a:lnSpc>
                <a:spcPct val="100000"/>
              </a:lnSpc>
              <a:defRPr/>
            </a:pPr>
            <a:r>
              <a:rPr lang="en-US" b="true" i="false" strike="noStrike" u="none" sz="2400">
                <a:solidFill>
                  <a:srgbClr val="3B3838"/>
                </a:solidFill>
                <a:latin typeface="微软雅黑"/>
                <a:ea typeface="微软雅黑"/>
                <a:cs typeface="微软雅黑"/>
                <a:sym typeface="微软雅黑"/>
              </a:rPr>
              <a:t>汇报人：</a:t>
            </a:r>
            <a:endParaRPr lang="en-US" sz="1100"/>
          </a:p>
          <a:p>
            <a:pPr algn="l" marL="0" indent="0">
              <a:lnSpc>
                <a:spcPct val="100000"/>
              </a:lnSpc>
            </a:pPr>
            <a:r>
              <a:rPr lang="en-US" b="true" i="false" strike="noStrike" u="none" sz="2400">
                <a:solidFill>
                  <a:srgbClr val="3B3838"/>
                </a:solidFill>
                <a:latin typeface="微软雅黑"/>
                <a:ea typeface="微软雅黑"/>
                <a:cs typeface="微软雅黑"/>
                <a:sym typeface="微软雅黑"/>
              </a:rPr>
              <a:t>时间：</a:t>
            </a:r>
          </a:p>
        </p:txBody>
      </p:sp>
      <p:pic>
        <p:nvPicPr>
          <p:cNvPr name="Picture 10" id="10"/>
          <p:cNvPicPr>
            <a:picLocks noChangeAspect="true"/>
          </p:cNvPicPr>
          <p:nvPr/>
        </p:nvPicPr>
        <p:blipFill>
          <a:blip r:embed="rId4"/>
          <a:srcRect l="0" r="0" t="0" b="0"/>
          <a:stretch>
            <a:fillRect/>
          </a:stretch>
        </p:blipFill>
        <p:spPr>
          <a:xfrm rot="0" flipH="false" flipV="false">
            <a:off x="7367270" y="5766435"/>
            <a:ext cx="4573905" cy="529590"/>
          </a:xfrm>
          <a:prstGeom prst="rect">
            <a:avLst/>
          </a:prstGeom>
          <a:ln w="12700">
            <a:noFill/>
            <a:prstDash val="solid"/>
          </a:ln>
        </p:spPr>
      </p:pic>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ph idx="6" type="body" sz="quarter"/>
          </p:nvPr>
        </p:nvSpPr>
        <p:spPr>
          <a:prstGeom prst="rect">
            <a:avLst/>
          </a:prstGeom>
        </p:spPr>
        <p:txBody>
          <a:bodyPr anchor="b" wrap="square" lIns="91440" rIns="91440" tIns="45720" bIns="45720">
            <a:normAutofit lnSpcReduction="0"/>
          </a:bodyPr>
          <a:lstStyle>
            <a:lvl1pPr algn="ctr">
              <a:lnSpc>
                <a:spcPct val="133333"/>
              </a:lnSpc>
              <a:defRPr sz="6000" b="false" i="false" u="none" strike="noStrike" spc="0">
                <a:solidFill>
                  <a:srgbClr val="262626">
                    <a:alpha val="100000"/>
                  </a:srgbClr>
                </a:solidFill>
                <a:latin typeface="Noto Sans SC"/>
              </a:defRPr>
            </a:lvl1pPr>
          </a:lstStyle>
          <a:p>
            <a:pPr algn="ctr"/>
            <a:endParaRPr/>
          </a:p>
        </p:txBody>
      </p:sp>
      <p:sp>
        <p:nvSpPr>
          <p:cNvPr name="AutoShape 3" id="3"/>
          <p:cNvSpPr/>
          <p:nvPr>
            <p:ph idx="10" type="body" sz="quarter"/>
          </p:nvPr>
        </p:nvSpPr>
        <p:spPr>
          <a:prstGeom prst="rect">
            <a:avLst/>
          </a:prstGeom>
        </p:spPr>
        <p:txBody>
          <a:bodyPr anchor="t" wrap="square" lIns="91440" rIns="91440" tIns="45720" bIns="45720">
            <a:normAutofit lnSpcReduction="0"/>
          </a:bodyPr>
          <a:lstStyle>
            <a:lvl1pPr algn="ctr">
              <a:lnSpc>
                <a:spcPct val="91666"/>
              </a:lnSpc>
              <a:defRPr sz="2400" b="false" i="false" u="none" strike="noStrike" spc="0">
                <a:solidFill>
                  <a:srgbClr val="595959">
                    <a:alpha val="100000"/>
                  </a:srgbClr>
                </a:solidFill>
                <a:latin typeface="Noto Sans SC"/>
              </a:defRPr>
            </a:lvl1pPr>
          </a:lstStyle>
          <a:p>
            <a:pPr algn="ctr"/>
            <a:endParaRPr/>
          </a:p>
        </p:txBody>
      </p:sp>
      <p:pic>
        <p:nvPicPr>
          <p:cNvPr name="Picture 4" id="4"/>
          <p:cNvPicPr>
            <a:picLocks noChangeAspect="true"/>
          </p:cNvPicPr>
          <p:nvPr/>
        </p:nvPicPr>
        <p:blipFill>
          <a:blip r:embed="rId2"/>
          <a:srcRect l="0" r="0" t="0" b="0"/>
          <a:stretch>
            <a:fillRect/>
          </a:stretch>
        </p:blipFill>
        <p:spPr>
          <a:xfrm rot="0" flipH="false" flipV="false">
            <a:off x="0" y="0"/>
            <a:ext cx="12186920" cy="6858000"/>
          </a:xfrm>
          <a:prstGeom prst="rect">
            <a:avLst/>
          </a:prstGeom>
          <a:ln w="12700">
            <a:noFill/>
            <a:prstDash val="solid"/>
          </a:ln>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